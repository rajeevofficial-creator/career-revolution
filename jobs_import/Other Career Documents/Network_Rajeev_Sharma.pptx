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4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39D8D-4AA8-4A1C-95F5-6B24C9665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EDC856-8242-42DA-BFBC-AEBCA1927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C44750-B7AE-4AAF-A0C8-51E4CBE1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F0CC8A-AE8A-4E29-8CBB-19504AFF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BF92C1-D781-404B-9D65-3DCCDA57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7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0365E-987A-404E-B189-F800F686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D1966-DBEE-48DC-BA18-BF74E2351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2EDBE-EE1F-4FA2-B866-7988D193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CF9B84-CE77-4F38-BB3D-DF2D58C4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0C859F-9FCA-4CCA-95EF-98D2CB3D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15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054CC-325B-48A8-8C2D-0ABF61AE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3B9FD-2EA8-4DEB-AA89-BEA0532CE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DBA587-B0DE-4B66-91A3-44A0F11A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0B03D7-EBB1-4E56-A986-C1AB4942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A244E-9B47-41CC-80DD-F8EB029D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5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7B5F5-9F60-48AB-AD83-8ED7376F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E9F95B-DD00-4169-9099-8E83EC3D5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14F57E-8B61-47D7-8F33-F35F43128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80A360-0B8D-4EFC-94C5-3766E5C2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506CDF-8549-4624-ACAA-C486F2052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578AC8-85E9-4F81-8E4F-D1859718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18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49141-589C-4DA5-84F8-E49B3980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C3530C-2B06-45B7-BCBB-365AE2D4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75982B-0A70-4AAC-8035-B8F230429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119E29-5F69-4930-B868-FC99E85AD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D56FD44-30FE-46ED-859F-60185D888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840AC3-A261-491E-9664-5B9FBD30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B63A8E7-CAF9-4BD0-8DFF-26BE7750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678F55-400F-4720-8D2D-7370E50B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302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9EF2C4-922A-4F5B-915A-00FEF027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BDF6022-1130-4AA5-A914-BCDE6A9D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6CE0D6-59B3-4B68-84C1-683F5101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727FDF-2DF4-4ABB-9B4B-80D629FC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93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0F90B55-8341-460E-8E94-7643B38A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4DD0CF-9CEC-484D-849E-55C44D2BC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BF6AA8-0C2A-4F04-A983-C693E941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341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B9BF4-BF70-4293-8D6E-D422DA78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7156D9-D5A8-48DC-B402-9A1CC71B6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C5683D-6FAD-4C5D-AC5C-5C0F849B1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CFDC06-1675-4CED-94D0-CF6CDA63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1D0C22-6557-4FD8-9C34-B46218A4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DA5944-D7F0-447B-9FEF-A73F7977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63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D6CB2-6FD2-4385-8491-D235E885C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C84B099-4E37-4E94-9F0D-61C21109E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AC5A56-4AFB-499C-8B3A-E4C58F05D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216E02-7FE4-4CE2-88BA-78B536FF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452356-6C70-41E6-8406-70BF54AE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2DCE16-E66E-42A4-8D18-F9812F6A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15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0E3CF-EAA2-4FC4-B57A-F9026462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ABE608-02CD-48C3-8E23-6F3BCC09C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FD4A59-CD06-4DD8-B7E9-E676F122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F4B099-7BCC-41CA-8027-F8FA62A4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E6E058-AA27-432B-AED9-BC5F58861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63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675349-9586-4BC8-95C0-F8A15F38C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D446BB-4B5F-4863-999B-D4AD9B814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039A03-2E8B-4560-A1ED-BC69B562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498BC4-877E-4CF4-B84F-46CEE8E1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753EF0-17C5-4E64-AB65-5AA85052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58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9F59F4-32D0-4B37-BF06-56C544B7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0411C6-5AD6-42B6-84D5-ED6C42E25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767BB5-90F4-47AF-A6C7-F6C9FEDAD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B5423-DF88-4650-AD1F-B574F4851455}" type="datetimeFigureOut">
              <a:rPr lang="de-DE" smtClean="0"/>
              <a:t>17.05.2021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95F491-486C-4929-A6B3-2659385A4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2747DE-C875-4A96-BA90-4C2903E03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C3D4-E414-40DF-8320-6CE71C8DF7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620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D0EF07A-7F4C-48F9-8F78-9C3D1171497A}"/>
              </a:ext>
            </a:extLst>
          </p:cNvPr>
          <p:cNvSpPr txBox="1"/>
          <p:nvPr/>
        </p:nvSpPr>
        <p:spPr>
          <a:xfrm>
            <a:off x="4412599" y="3075057"/>
            <a:ext cx="3331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/>
              <a:t>Rajeev Sharma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7088CF-01A3-49DF-BF90-8803A8B450C9}"/>
              </a:ext>
            </a:extLst>
          </p:cNvPr>
          <p:cNvSpPr txBox="1"/>
          <p:nvPr/>
        </p:nvSpPr>
        <p:spPr>
          <a:xfrm>
            <a:off x="260015" y="2129292"/>
            <a:ext cx="2442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Headhunters/</a:t>
            </a:r>
            <a:r>
              <a:rPr lang="de-DE" dirty="0" err="1"/>
              <a:t>Agencies</a:t>
            </a:r>
            <a:endParaRPr lang="de-DE" dirty="0"/>
          </a:p>
          <a:p>
            <a:r>
              <a:rPr lang="de-DE" dirty="0"/>
              <a:t>- Focus CH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ED1A7C2-4154-4978-B412-399BB90C6D46}"/>
              </a:ext>
            </a:extLst>
          </p:cNvPr>
          <p:cNvSpPr txBox="1"/>
          <p:nvPr/>
        </p:nvSpPr>
        <p:spPr>
          <a:xfrm>
            <a:off x="159306" y="3217412"/>
            <a:ext cx="3458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7A34106-B2AB-4495-9A4E-0F8F0C925B41}"/>
              </a:ext>
            </a:extLst>
          </p:cNvPr>
          <p:cNvSpPr txBox="1"/>
          <p:nvPr/>
        </p:nvSpPr>
        <p:spPr>
          <a:xfrm>
            <a:off x="4033205" y="286841"/>
            <a:ext cx="2603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Former </a:t>
            </a:r>
            <a:r>
              <a:rPr lang="de-DE" dirty="0" err="1"/>
              <a:t>Colleagues</a:t>
            </a:r>
            <a:r>
              <a:rPr lang="de-DE" dirty="0"/>
              <a:t> (</a:t>
            </a:r>
            <a:r>
              <a:rPr lang="de-DE" dirty="0" err="1"/>
              <a:t>globally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5ADBAA6-3006-48C7-A3B9-571BA0138C25}"/>
              </a:ext>
            </a:extLst>
          </p:cNvPr>
          <p:cNvSpPr txBox="1"/>
          <p:nvPr/>
        </p:nvSpPr>
        <p:spPr>
          <a:xfrm>
            <a:off x="6486926" y="387235"/>
            <a:ext cx="3216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Former Managers (</a:t>
            </a:r>
            <a:r>
              <a:rPr lang="de-DE" dirty="0" err="1"/>
              <a:t>globally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A0F3C46-90AA-4460-B0C1-EC54962B86A7}"/>
              </a:ext>
            </a:extLst>
          </p:cNvPr>
          <p:cNvSpPr txBox="1"/>
          <p:nvPr/>
        </p:nvSpPr>
        <p:spPr>
          <a:xfrm>
            <a:off x="8246780" y="931292"/>
            <a:ext cx="2402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Friends (</a:t>
            </a:r>
            <a:r>
              <a:rPr lang="de-DE" dirty="0" err="1"/>
              <a:t>globally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/>
              <a:t>Sports</a:t>
            </a:r>
          </a:p>
          <a:p>
            <a:pPr marL="285750" indent="-285750">
              <a:buFontTx/>
              <a:buChar char="-"/>
            </a:pPr>
            <a:r>
              <a:rPr lang="de-DE" dirty="0"/>
              <a:t>Biking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DAA12731-C992-4CC4-8D84-27F6431D3EB9}"/>
              </a:ext>
            </a:extLst>
          </p:cNvPr>
          <p:cNvSpPr txBox="1"/>
          <p:nvPr/>
        </p:nvSpPr>
        <p:spPr>
          <a:xfrm>
            <a:off x="1125824" y="931292"/>
            <a:ext cx="2492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Philanthropic</a:t>
            </a:r>
            <a:r>
              <a:rPr lang="de-DE" dirty="0"/>
              <a:t> Interest</a:t>
            </a:r>
          </a:p>
          <a:p>
            <a:r>
              <a:rPr lang="de-DE" dirty="0"/>
              <a:t>- Kindergarden in India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B50346B-2888-42BA-BEDB-EABD1391DEB1}"/>
              </a:ext>
            </a:extLst>
          </p:cNvPr>
          <p:cNvSpPr txBox="1"/>
          <p:nvPr/>
        </p:nvSpPr>
        <p:spPr>
          <a:xfrm>
            <a:off x="9245377" y="2058664"/>
            <a:ext cx="244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Linkedin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Contacts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rgbClr val="FF0000"/>
                </a:solidFill>
              </a:rPr>
              <a:t>Knowledge </a:t>
            </a:r>
            <a:r>
              <a:rPr lang="de-DE" dirty="0" err="1">
                <a:solidFill>
                  <a:srgbClr val="FF0000"/>
                </a:solidFill>
              </a:rPr>
              <a:t>exchange</a:t>
            </a:r>
            <a:endParaRPr lang="de-DE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rgbClr val="FF0000"/>
                </a:solidFill>
              </a:rPr>
              <a:t>„Zoom </a:t>
            </a:r>
            <a:r>
              <a:rPr lang="de-DE" dirty="0" err="1">
                <a:solidFill>
                  <a:srgbClr val="FF0000"/>
                </a:solidFill>
              </a:rPr>
              <a:t>Coffees</a:t>
            </a:r>
            <a:r>
              <a:rPr lang="de-DE" dirty="0">
                <a:solidFill>
                  <a:srgbClr val="FF0000"/>
                </a:solidFill>
              </a:rPr>
              <a:t>“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rgbClr val="FF0000"/>
                </a:solidFill>
              </a:rPr>
              <a:t>Groups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8C0BBE1-44B5-4B41-8CCC-C94154966B85}"/>
              </a:ext>
            </a:extLst>
          </p:cNvPr>
          <p:cNvSpPr txBox="1"/>
          <p:nvPr/>
        </p:nvSpPr>
        <p:spPr>
          <a:xfrm>
            <a:off x="8700518" y="4080049"/>
            <a:ext cx="2402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Former </a:t>
            </a:r>
            <a:r>
              <a:rPr lang="de-DE" dirty="0" err="1"/>
              <a:t>suppliers</a:t>
            </a:r>
            <a:endParaRPr lang="de-DE" dirty="0"/>
          </a:p>
          <a:p>
            <a:r>
              <a:rPr lang="de-DE" dirty="0"/>
              <a:t>- Service </a:t>
            </a:r>
            <a:r>
              <a:rPr lang="de-DE" dirty="0" err="1"/>
              <a:t>providers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C4928D8-DC79-4A38-8424-1C2BCF0680A2}"/>
              </a:ext>
            </a:extLst>
          </p:cNvPr>
          <p:cNvSpPr txBox="1"/>
          <p:nvPr/>
        </p:nvSpPr>
        <p:spPr>
          <a:xfrm>
            <a:off x="7913356" y="5076214"/>
            <a:ext cx="2553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Neighbours</a:t>
            </a:r>
            <a:r>
              <a:rPr lang="de-DE" dirty="0"/>
              <a:t> (Füllinsdorf)</a:t>
            </a:r>
          </a:p>
          <a:p>
            <a:r>
              <a:rPr lang="de-DE" dirty="0"/>
              <a:t>- </a:t>
            </a:r>
            <a:r>
              <a:rPr lang="de-DE" dirty="0" err="1"/>
              <a:t>Good</a:t>
            </a:r>
            <a:r>
              <a:rPr lang="de-DE" dirty="0"/>
              <a:t> mix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people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9CE0FBF-C682-441B-817B-6D82C9E8224A}"/>
              </a:ext>
            </a:extLst>
          </p:cNvPr>
          <p:cNvSpPr txBox="1"/>
          <p:nvPr/>
        </p:nvSpPr>
        <p:spPr>
          <a:xfrm>
            <a:off x="285647" y="3217412"/>
            <a:ext cx="3205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Start-Up Community</a:t>
            </a:r>
          </a:p>
          <a:p>
            <a:pPr marL="285750" indent="-285750">
              <a:buFontTx/>
              <a:buChar char="-"/>
            </a:pPr>
            <a:r>
              <a:rPr lang="de-DE" dirty="0"/>
              <a:t>Forums</a:t>
            </a:r>
          </a:p>
          <a:p>
            <a:pPr marL="285750" indent="-285750">
              <a:buFontTx/>
              <a:buChar char="-"/>
            </a:pPr>
            <a:r>
              <a:rPr lang="de-DE" dirty="0"/>
              <a:t>Start-ups Basel</a:t>
            </a: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rgbClr val="FF0000"/>
                </a:solidFill>
              </a:rPr>
              <a:t>Mentor </a:t>
            </a:r>
            <a:r>
              <a:rPr lang="de-DE" dirty="0" err="1">
                <a:solidFill>
                  <a:srgbClr val="FF0000"/>
                </a:solidFill>
              </a:rPr>
              <a:t>supporting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start-ups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2A36143-766F-4D36-85DA-46FF26AA1511}"/>
              </a:ext>
            </a:extLst>
          </p:cNvPr>
          <p:cNvSpPr txBox="1"/>
          <p:nvPr/>
        </p:nvSpPr>
        <p:spPr>
          <a:xfrm>
            <a:off x="5407878" y="5537879"/>
            <a:ext cx="3689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Alumni</a:t>
            </a:r>
          </a:p>
          <a:p>
            <a:pPr marL="285750" indent="-285750">
              <a:buFontTx/>
              <a:buChar char="-"/>
            </a:pPr>
            <a:r>
              <a:rPr lang="de-DE" dirty="0"/>
              <a:t>IMD Lausanne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Copenhagen</a:t>
            </a:r>
            <a:r>
              <a:rPr lang="de-DE" dirty="0"/>
              <a:t> Business School, </a:t>
            </a:r>
            <a:r>
              <a:rPr lang="de-DE" dirty="0" err="1"/>
              <a:t>Denmark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D695482-0D19-4B27-9D15-291FD4CD6471}"/>
              </a:ext>
            </a:extLst>
          </p:cNvPr>
          <p:cNvSpPr txBox="1"/>
          <p:nvPr/>
        </p:nvSpPr>
        <p:spPr>
          <a:xfrm>
            <a:off x="1725194" y="4806968"/>
            <a:ext cx="1955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Family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0618B32-6868-4DF0-ADCE-9A2AC575A736}"/>
              </a:ext>
            </a:extLst>
          </p:cNvPr>
          <p:cNvSpPr txBox="1"/>
          <p:nvPr/>
        </p:nvSpPr>
        <p:spPr>
          <a:xfrm>
            <a:off x="2443268" y="5422732"/>
            <a:ext cx="2891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rgbClr val="FF0000"/>
                </a:solidFill>
              </a:rPr>
              <a:t>Unsolicited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applications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- Lists </a:t>
            </a:r>
            <a:r>
              <a:rPr lang="de-DE" dirty="0" err="1">
                <a:solidFill>
                  <a:srgbClr val="FF0000"/>
                </a:solidFill>
              </a:rPr>
              <a:t>of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companies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9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Breitbild</PresentationFormat>
  <Paragraphs>29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Christine Brown</dc:creator>
  <cp:lastModifiedBy>Christine Brown</cp:lastModifiedBy>
  <cp:revision>7</cp:revision>
  <dcterms:created xsi:type="dcterms:W3CDTF">2020-11-09T16:03:30Z</dcterms:created>
  <dcterms:modified xsi:type="dcterms:W3CDTF">2021-05-17T08:09:53Z</dcterms:modified>
</cp:coreProperties>
</file>
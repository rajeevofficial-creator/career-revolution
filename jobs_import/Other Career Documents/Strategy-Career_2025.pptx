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y.aiapply.co/" TargetMode="External"/><Relationship Id="rId2" Type="http://schemas.openxmlformats.org/officeDocument/2006/relationships/hyperlink" Target="https://www.hyperwriteai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de-CH" dirty="0" smtClean="0"/>
              <a:t>My Current skills and experience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7772400" cy="4876800"/>
          </a:xfrm>
        </p:spPr>
        <p:txBody>
          <a:bodyPr>
            <a:normAutofit/>
          </a:bodyPr>
          <a:lstStyle/>
          <a:p>
            <a:r>
              <a:rPr lang="de-CH" dirty="0" smtClean="0"/>
              <a:t>Where is the future? Job satisfaction and money.</a:t>
            </a:r>
            <a:br>
              <a:rPr lang="de-CH" dirty="0" smtClean="0"/>
            </a:br>
            <a:r>
              <a:rPr lang="de-CH" dirty="0" smtClean="0"/>
              <a:t/>
            </a:r>
            <a:br>
              <a:rPr lang="de-CH" dirty="0" smtClean="0"/>
            </a:br>
            <a:r>
              <a:rPr lang="de-CH" dirty="0" smtClean="0"/>
              <a:t>Should I do job or a business?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7772400" cy="990599"/>
          </a:xfrm>
        </p:spPr>
        <p:txBody>
          <a:bodyPr>
            <a:normAutofit fontScale="90000"/>
          </a:bodyPr>
          <a:lstStyle/>
          <a:p>
            <a:r>
              <a:rPr lang="de-CH" dirty="0" smtClean="0"/>
              <a:t>What Skills I need to develop for salability?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de-CH" dirty="0" smtClean="0"/>
              <a:t>Networking approach and opportunity?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1981200"/>
            <a:ext cx="7772400" cy="434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CH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Connect with the coaching contacts network</a:t>
            </a:r>
            <a:r>
              <a:rPr kumimoji="0" lang="de-CH" sz="21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HR and profiles which could be interesting.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CH" sz="21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CH" sz="21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smtClean="0"/>
              <a:t>Tools to use for job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hlinkClick r:id="rId2"/>
              </a:rPr>
              <a:t>https://www.hyperwriteai.com</a:t>
            </a:r>
            <a:r>
              <a:rPr lang="en-US" sz="2000" dirty="0" smtClean="0">
                <a:hlinkClick r:id="rId2"/>
              </a:rPr>
              <a:t>/</a:t>
            </a:r>
            <a:r>
              <a:rPr lang="en-US" sz="2000" dirty="0" smtClean="0"/>
              <a:t> (Align CV to job description)</a:t>
            </a:r>
          </a:p>
          <a:p>
            <a:r>
              <a:rPr lang="en-US" sz="2000" dirty="0" smtClean="0">
                <a:hlinkClick r:id="rId3"/>
              </a:rPr>
              <a:t>https://try.aiapply.co</a:t>
            </a:r>
            <a:r>
              <a:rPr lang="en-US" sz="2000" dirty="0" smtClean="0">
                <a:hlinkClick r:id="rId3"/>
              </a:rPr>
              <a:t>/</a:t>
            </a:r>
            <a:r>
              <a:rPr lang="en-US" sz="2000" dirty="0" smtClean="0"/>
              <a:t> (Automate search and application of jobs)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5614</TotalTime>
  <Words>73</Words>
  <Application>Microsoft Office PowerPoint</Application>
  <PresentationFormat>On-screen Show (4:3)</PresentationFormat>
  <Paragraphs>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My Current skills and experience</vt:lpstr>
      <vt:lpstr>Where is the future? Job satisfaction and money.  Should I do job or a business?</vt:lpstr>
      <vt:lpstr>What Skills I need to develop for salability?</vt:lpstr>
      <vt:lpstr>Networking approach and opportunity?</vt:lpstr>
      <vt:lpstr>Tools to use for job application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Current skills and experience</dc:title>
  <dc:creator>rajeev</dc:creator>
  <cp:lastModifiedBy>rajeev</cp:lastModifiedBy>
  <cp:revision>4</cp:revision>
  <dcterms:created xsi:type="dcterms:W3CDTF">2006-08-16T00:00:00Z</dcterms:created>
  <dcterms:modified xsi:type="dcterms:W3CDTF">2025-01-10T19:40:34Z</dcterms:modified>
</cp:coreProperties>
</file>
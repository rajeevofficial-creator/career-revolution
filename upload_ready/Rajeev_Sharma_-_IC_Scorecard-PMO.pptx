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3"/>
  </p:notesMasterIdLst>
  <p:sldIdLst>
    <p:sldId id="2145704463" r:id="rId2"/>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CF5"/>
    <a:srgbClr val="007BC3"/>
    <a:srgbClr val="F9376E"/>
    <a:srgbClr val="00FFFF"/>
    <a:srgbClr val="000066"/>
    <a:srgbClr val="FFFF99"/>
    <a:srgbClr val="00FF00"/>
    <a:srgbClr val="FF00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showGuides="1">
      <p:cViewPr varScale="1">
        <p:scale>
          <a:sx n="88" d="100"/>
          <a:sy n="88" d="100"/>
        </p:scale>
        <p:origin x="680" y="64"/>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9FC7A-1D1E-452D-B695-3CF24F659DBE}" type="datetimeFigureOut">
              <a:rPr lang="en-US" smtClean="0"/>
              <a:t>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B5AF-8790-4114-8A98-B0F7F0D006AA}" type="slidenum">
              <a:rPr lang="en-US" smtClean="0"/>
              <a:t>‹#›</a:t>
            </a:fld>
            <a:endParaRPr lang="en-US"/>
          </a:p>
        </p:txBody>
      </p:sp>
    </p:spTree>
    <p:extLst>
      <p:ext uri="{BB962C8B-B14F-4D97-AF65-F5344CB8AC3E}">
        <p14:creationId xmlns:p14="http://schemas.microsoft.com/office/powerpoint/2010/main" val="82340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ersonal Short Bi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637D8A-F632-4F5E-98F3-96E95C6E6A3D}"/>
              </a:ext>
            </a:extLst>
          </p:cNvPr>
          <p:cNvSpPr/>
          <p:nvPr userDrawn="1"/>
        </p:nvSpPr>
        <p:spPr>
          <a:xfrm>
            <a:off x="0" y="4722007"/>
            <a:ext cx="2243285" cy="3749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3" name="Rectangle 2">
            <a:extLst>
              <a:ext uri="{FF2B5EF4-FFF2-40B4-BE49-F238E27FC236}">
                <a16:creationId xmlns:a16="http://schemas.microsoft.com/office/drawing/2014/main" id="{3BF2AEBA-5530-458A-AA62-03265DDFBAB3}"/>
              </a:ext>
            </a:extLst>
          </p:cNvPr>
          <p:cNvSpPr/>
          <p:nvPr userDrawn="1"/>
        </p:nvSpPr>
        <p:spPr>
          <a:xfrm>
            <a:off x="0" y="1034489"/>
            <a:ext cx="2083176" cy="4114800"/>
          </a:xfrm>
          <a:prstGeom prst="rect">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3699DA"/>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3D85A1D-377F-42A3-9665-A17E85910FCD}"/>
              </a:ext>
            </a:extLst>
          </p:cNvPr>
          <p:cNvSpPr txBox="1"/>
          <p:nvPr userDrawn="1"/>
        </p:nvSpPr>
        <p:spPr>
          <a:xfrm>
            <a:off x="2270798" y="1264255"/>
            <a:ext cx="4800600"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Experience Highlights</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0" name="Text Placeholder 19">
            <a:extLst>
              <a:ext uri="{FF2B5EF4-FFF2-40B4-BE49-F238E27FC236}">
                <a16:creationId xmlns:a16="http://schemas.microsoft.com/office/drawing/2014/main" id="{6493B0FB-D00B-45A9-86D0-5876B70B3A95}"/>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
        <p:nvSpPr>
          <p:cNvPr id="22" name="Experience Highlights 1">
            <a:extLst>
              <a:ext uri="{FF2B5EF4-FFF2-40B4-BE49-F238E27FC236}">
                <a16:creationId xmlns:a16="http://schemas.microsoft.com/office/drawing/2014/main" id="{0241C8E6-11B0-4AE9-9AAC-A5BC92FEB17A}"/>
              </a:ext>
            </a:extLst>
          </p:cNvPr>
          <p:cNvSpPr>
            <a:spLocks noGrp="1"/>
          </p:cNvSpPr>
          <p:nvPr>
            <p:ph type="body" sz="quarter" idx="12" hasCustomPrompt="1"/>
          </p:nvPr>
        </p:nvSpPr>
        <p:spPr>
          <a:xfrm>
            <a:off x="2274752" y="1515435"/>
            <a:ext cx="4800600" cy="3153818"/>
          </a:xfrm>
          <a:prstGeom prst="rect">
            <a:avLst/>
          </a:prstGeom>
        </p:spPr>
        <p:txBody>
          <a:bodyPr lIns="0" tIns="0" rIns="0" bIns="0"/>
          <a:lstStyle>
            <a:lvl1pPr marL="137160" indent="-137160">
              <a:lnSpc>
                <a:spcPct val="120000"/>
              </a:lnSpc>
              <a:spcBef>
                <a:spcPts val="450"/>
              </a:spcBef>
              <a:buFont typeface="Arial" panose="020B0604020202020204" pitchFamily="34" charset="0"/>
              <a:buChar char="•"/>
              <a:defRPr sz="750" b="1">
                <a:solidFill>
                  <a:schemeClr val="bg2"/>
                </a:solidFill>
              </a:defRPr>
            </a:lvl1pPr>
          </a:lstStyle>
          <a:p>
            <a:pPr lvl="0"/>
            <a:r>
              <a:rPr lang="en-US" b="0" dirty="0"/>
              <a:t>Enter Position Details Here. Use pipe | to separate “title” and “content” In the short bio template, a macro is available to auto-format this text box.</a:t>
            </a:r>
          </a:p>
        </p:txBody>
      </p:sp>
      <p:sp>
        <p:nvSpPr>
          <p:cNvPr id="35" name="Text Placeholder 33">
            <a:extLst>
              <a:ext uri="{FF2B5EF4-FFF2-40B4-BE49-F238E27FC236}">
                <a16:creationId xmlns:a16="http://schemas.microsoft.com/office/drawing/2014/main" id="{08A8BA82-8024-4D1A-8598-78B911700968}"/>
              </a:ext>
            </a:extLst>
          </p:cNvPr>
          <p:cNvSpPr>
            <a:spLocks noGrp="1"/>
          </p:cNvSpPr>
          <p:nvPr>
            <p:ph type="body" sz="quarter" idx="16" hasCustomPrompt="1"/>
          </p:nvPr>
        </p:nvSpPr>
        <p:spPr>
          <a:xfrm>
            <a:off x="342901" y="2794918"/>
            <a:ext cx="1440656" cy="1842309"/>
          </a:xfrm>
          <a:prstGeom prst="rect">
            <a:avLst/>
          </a:prstGeom>
        </p:spPr>
        <p:txBody>
          <a:bodyPr lIns="0" tIns="0" rIns="0" bIns="0"/>
          <a:lstStyle>
            <a:lvl1pPr marL="0" indent="0">
              <a:lnSpc>
                <a:spcPct val="120000"/>
              </a:lnSpc>
              <a:spcBef>
                <a:spcPts val="0"/>
              </a:spcBef>
              <a:spcAft>
                <a:spcPts val="450"/>
              </a:spcAft>
              <a:buNone/>
              <a:defRPr sz="750" b="0">
                <a:solidFill>
                  <a:schemeClr val="bg2"/>
                </a:solidFill>
              </a:defRPr>
            </a:lvl1pPr>
          </a:lstStyle>
          <a:p>
            <a:pPr lvl="0"/>
            <a:r>
              <a:rPr lang="en-US" dirty="0"/>
              <a:t>Add a longer summary,  targeting o ne or two small paragraphs, describing your experience and the problems you solve for your clients</a:t>
            </a:r>
          </a:p>
        </p:txBody>
      </p:sp>
      <p:sp>
        <p:nvSpPr>
          <p:cNvPr id="11" name="TextBox 10">
            <a:extLst>
              <a:ext uri="{FF2B5EF4-FFF2-40B4-BE49-F238E27FC236}">
                <a16:creationId xmlns:a16="http://schemas.microsoft.com/office/drawing/2014/main" id="{0358489B-B423-479B-9E2C-F23F066A509F}"/>
              </a:ext>
            </a:extLst>
          </p:cNvPr>
          <p:cNvSpPr txBox="1"/>
          <p:nvPr userDrawn="1"/>
        </p:nvSpPr>
        <p:spPr>
          <a:xfrm>
            <a:off x="7303714" y="1264255"/>
            <a:ext cx="1591056"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Expertise</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8" name="Text Placeholder 27">
            <a:extLst>
              <a:ext uri="{FF2B5EF4-FFF2-40B4-BE49-F238E27FC236}">
                <a16:creationId xmlns:a16="http://schemas.microsoft.com/office/drawing/2014/main" id="{4D9D8447-0CE7-4166-AF01-0F5C63CECF44}"/>
              </a:ext>
            </a:extLst>
          </p:cNvPr>
          <p:cNvSpPr>
            <a:spLocks noGrp="1"/>
          </p:cNvSpPr>
          <p:nvPr>
            <p:ph type="body" sz="quarter" idx="13" hasCustomPrompt="1"/>
          </p:nvPr>
        </p:nvSpPr>
        <p:spPr>
          <a:xfrm>
            <a:off x="3340894" y="4814693"/>
            <a:ext cx="3871618" cy="141497"/>
          </a:xfrm>
          <a:prstGeom prst="rect">
            <a:avLst/>
          </a:prstGeom>
        </p:spPr>
        <p:txBody>
          <a:bodyPr lIns="0" tIns="0" rIns="0" bIns="0" anchor="ctr" anchorCtr="0"/>
          <a:lstStyle>
            <a:lvl1pPr marL="0" indent="0">
              <a:buNone/>
              <a:defRPr sz="675" i="1">
                <a:solidFill>
                  <a:schemeClr val="bg2"/>
                </a:solidFill>
              </a:defRPr>
            </a:lvl1pPr>
          </a:lstStyle>
          <a:p>
            <a:pPr lvl="0"/>
            <a:r>
              <a:rPr lang="en-US" dirty="0"/>
              <a:t>Enter your personal interest and paste / insert a related SVG icon in the small “picture” box to the left</a:t>
            </a:r>
          </a:p>
        </p:txBody>
      </p:sp>
      <p:sp>
        <p:nvSpPr>
          <p:cNvPr id="31" name="Picture Placeholder 30">
            <a:extLst>
              <a:ext uri="{FF2B5EF4-FFF2-40B4-BE49-F238E27FC236}">
                <a16:creationId xmlns:a16="http://schemas.microsoft.com/office/drawing/2014/main" id="{06F769AC-FA73-4DF3-8A9D-1B5B09CC8B21}"/>
              </a:ext>
            </a:extLst>
          </p:cNvPr>
          <p:cNvSpPr>
            <a:spLocks noGrp="1"/>
          </p:cNvSpPr>
          <p:nvPr>
            <p:ph type="pic" sz="quarter" idx="14"/>
          </p:nvPr>
        </p:nvSpPr>
        <p:spPr>
          <a:xfrm>
            <a:off x="2997994" y="4755773"/>
            <a:ext cx="261938" cy="259339"/>
          </a:xfrm>
          <a:prstGeom prst="rect">
            <a:avLst/>
          </a:prstGeom>
        </p:spPr>
        <p:txBody>
          <a:bodyPr/>
          <a:lstStyle>
            <a:lvl1pPr marL="0" indent="0">
              <a:buNone/>
              <a:defRPr sz="600">
                <a:solidFill>
                  <a:schemeClr val="bg1"/>
                </a:solidFill>
              </a:defRPr>
            </a:lvl1pPr>
          </a:lstStyle>
          <a:p>
            <a:endParaRPr lang="en-US" dirty="0"/>
          </a:p>
        </p:txBody>
      </p:sp>
      <p:sp>
        <p:nvSpPr>
          <p:cNvPr id="34" name="Text Placeholder 33">
            <a:extLst>
              <a:ext uri="{FF2B5EF4-FFF2-40B4-BE49-F238E27FC236}">
                <a16:creationId xmlns:a16="http://schemas.microsoft.com/office/drawing/2014/main" id="{7D41B29D-7AB7-44C7-8643-DF16EEC401F9}"/>
              </a:ext>
            </a:extLst>
          </p:cNvPr>
          <p:cNvSpPr>
            <a:spLocks noGrp="1"/>
          </p:cNvSpPr>
          <p:nvPr>
            <p:ph type="body" sz="quarter" idx="15" hasCustomPrompt="1"/>
          </p:nvPr>
        </p:nvSpPr>
        <p:spPr>
          <a:xfrm>
            <a:off x="342901" y="2206814"/>
            <a:ext cx="1440656" cy="548640"/>
          </a:xfrm>
          <a:prstGeom prst="rect">
            <a:avLst/>
          </a:prstGeom>
        </p:spPr>
        <p:txBody>
          <a:bodyPr lIns="0" tIns="0" rIns="0" bIns="0"/>
          <a:lstStyle>
            <a:lvl1pPr marL="0" indent="0">
              <a:lnSpc>
                <a:spcPct val="120000"/>
              </a:lnSpc>
              <a:spcBef>
                <a:spcPts val="0"/>
              </a:spcBef>
              <a:spcAft>
                <a:spcPts val="450"/>
              </a:spcAft>
              <a:buNone/>
              <a:defRPr sz="750" b="1">
                <a:solidFill>
                  <a:schemeClr val="bg2"/>
                </a:solidFill>
              </a:defRPr>
            </a:lvl1pPr>
          </a:lstStyle>
          <a:p>
            <a:pPr lvl="0"/>
            <a:r>
              <a:rPr lang="en-US" dirty="0"/>
              <a:t>Add a one-sentence summary, targeting about twelve to fifteen words.</a:t>
            </a:r>
          </a:p>
        </p:txBody>
      </p:sp>
      <p:sp>
        <p:nvSpPr>
          <p:cNvPr id="38" name="Text Placeholder 37">
            <a:extLst>
              <a:ext uri="{FF2B5EF4-FFF2-40B4-BE49-F238E27FC236}">
                <a16:creationId xmlns:a16="http://schemas.microsoft.com/office/drawing/2014/main" id="{1D550942-0E8D-4A15-B818-C8AEEF9FDAFF}"/>
              </a:ext>
            </a:extLst>
          </p:cNvPr>
          <p:cNvSpPr>
            <a:spLocks noGrp="1"/>
          </p:cNvSpPr>
          <p:nvPr>
            <p:ph type="body" sz="quarter" idx="17" hasCustomPrompt="1"/>
          </p:nvPr>
        </p:nvSpPr>
        <p:spPr>
          <a:xfrm>
            <a:off x="7303714" y="1515435"/>
            <a:ext cx="1591056" cy="3153818"/>
          </a:xfrm>
          <a:prstGeom prst="rect">
            <a:avLst/>
          </a:prstGeom>
        </p:spPr>
        <p:txBody>
          <a:bodyPr lIns="0" tIns="0" rIns="0" bIns="0"/>
          <a:lstStyle>
            <a:lvl1pPr marL="128588" indent="-128588">
              <a:lnSpc>
                <a:spcPct val="120000"/>
              </a:lnSpc>
              <a:spcBef>
                <a:spcPts val="0"/>
              </a:spcBef>
              <a:buFont typeface="Arial" panose="020B0604020202020204" pitchFamily="34" charset="0"/>
              <a:buChar char="•"/>
              <a:defRPr sz="750">
                <a:solidFill>
                  <a:schemeClr val="bg1"/>
                </a:solidFill>
              </a:defRPr>
            </a:lvl1pPr>
          </a:lstStyle>
          <a:p>
            <a:pPr lvl="0"/>
            <a:r>
              <a:rPr lang="en-US"/>
              <a:t>Enter Text here </a:t>
            </a:r>
          </a:p>
        </p:txBody>
      </p:sp>
      <p:sp>
        <p:nvSpPr>
          <p:cNvPr id="17" name="Picture Placeholder 34">
            <a:extLst>
              <a:ext uri="{FF2B5EF4-FFF2-40B4-BE49-F238E27FC236}">
                <a16:creationId xmlns:a16="http://schemas.microsoft.com/office/drawing/2014/main" id="{A7D259D5-7E14-4698-9B09-BBF9D9ABD034}"/>
              </a:ext>
            </a:extLst>
          </p:cNvPr>
          <p:cNvSpPr>
            <a:spLocks noGrp="1"/>
          </p:cNvSpPr>
          <p:nvPr>
            <p:ph type="pic" sz="quarter" idx="19" hasCustomPrompt="1"/>
          </p:nvPr>
        </p:nvSpPr>
        <p:spPr>
          <a:xfrm>
            <a:off x="619820" y="1210674"/>
            <a:ext cx="843534" cy="843534"/>
          </a:xfrm>
          <a:prstGeom prst="ellipse">
            <a:avLst/>
          </a:prstGeom>
          <a:ln>
            <a:solidFill>
              <a:schemeClr val="tx1"/>
            </a:solid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31E8D533-8520-4B62-AF0F-9659E5A97E2C}"/>
              </a:ext>
            </a:extLst>
          </p:cNvPr>
          <p:cNvSpPr>
            <a:spLocks noGrp="1"/>
          </p:cNvSpPr>
          <p:nvPr>
            <p:ph type="title"/>
          </p:nvPr>
        </p:nvSpPr>
        <p:spPr/>
        <p:txBody>
          <a:bodyPr/>
          <a:lstStyle/>
          <a:p>
            <a:r>
              <a:rPr lang="en-US" dirty="0"/>
              <a:t>Click to edit Master title style</a:t>
            </a:r>
          </a:p>
        </p:txBody>
      </p:sp>
      <p:sp>
        <p:nvSpPr>
          <p:cNvPr id="15" name="TextBox 14">
            <a:extLst>
              <a:ext uri="{FF2B5EF4-FFF2-40B4-BE49-F238E27FC236}">
                <a16:creationId xmlns:a16="http://schemas.microsoft.com/office/drawing/2014/main" id="{638C659B-FB00-4E01-AD6E-2946DEF7EF1F}"/>
              </a:ext>
            </a:extLst>
          </p:cNvPr>
          <p:cNvSpPr txBox="1"/>
          <p:nvPr userDrawn="1"/>
        </p:nvSpPr>
        <p:spPr>
          <a:xfrm>
            <a:off x="342901" y="4842066"/>
            <a:ext cx="786032" cy="114124"/>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16609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o 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3D2C-478A-4999-B04A-4F2C663A7D23}"/>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7BDB154C-641C-4C20-A66B-B89E341DD8CA}"/>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391633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Bio Engagement Highlight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6B520C-78BF-45F3-9D4B-D0B47FE729A6}"/>
              </a:ext>
            </a:extLst>
          </p:cNvPr>
          <p:cNvSpPr>
            <a:spLocks noGrp="1"/>
          </p:cNvSpPr>
          <p:nvPr>
            <p:ph type="body" sz="quarter" idx="20" hasCustomPrompt="1"/>
          </p:nvPr>
        </p:nvSpPr>
        <p:spPr>
          <a:xfrm>
            <a:off x="342900"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13" name="Text Placeholder 2">
            <a:extLst>
              <a:ext uri="{FF2B5EF4-FFF2-40B4-BE49-F238E27FC236}">
                <a16:creationId xmlns:a16="http://schemas.microsoft.com/office/drawing/2014/main" id="{9EB45F52-4755-467F-9AAB-3B780422D81C}"/>
              </a:ext>
            </a:extLst>
          </p:cNvPr>
          <p:cNvSpPr>
            <a:spLocks noGrp="1"/>
          </p:cNvSpPr>
          <p:nvPr>
            <p:ph type="body" sz="quarter" idx="21" hasCustomPrompt="1"/>
          </p:nvPr>
        </p:nvSpPr>
        <p:spPr>
          <a:xfrm>
            <a:off x="4615434"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2" name="Title 1">
            <a:extLst>
              <a:ext uri="{FF2B5EF4-FFF2-40B4-BE49-F238E27FC236}">
                <a16:creationId xmlns:a16="http://schemas.microsoft.com/office/drawing/2014/main" id="{D84E92FE-7086-409D-99AD-EF916E379206}"/>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B5809F5C-B55F-4F89-A905-7FD6D82DCEDF}"/>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61499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Bios">
    <p:spTree>
      <p:nvGrpSpPr>
        <p:cNvPr id="1" name=""/>
        <p:cNvGrpSpPr/>
        <p:nvPr/>
      </p:nvGrpSpPr>
      <p:grpSpPr>
        <a:xfrm>
          <a:off x="0" y="0"/>
          <a:ext cx="0" cy="0"/>
          <a:chOff x="0" y="0"/>
          <a:chExt cx="0" cy="0"/>
        </a:xfrm>
      </p:grpSpPr>
      <p:sp>
        <p:nvSpPr>
          <p:cNvPr id="12" name="Picture Placeholder 34">
            <a:extLst>
              <a:ext uri="{FF2B5EF4-FFF2-40B4-BE49-F238E27FC236}">
                <a16:creationId xmlns:a16="http://schemas.microsoft.com/office/drawing/2014/main" id="{4948DE88-7891-4DCF-A2BC-8C3B731498E4}"/>
              </a:ext>
            </a:extLst>
          </p:cNvPr>
          <p:cNvSpPr>
            <a:spLocks noGrp="1"/>
          </p:cNvSpPr>
          <p:nvPr userDrawn="1">
            <p:ph type="pic" sz="quarter" idx="19" hasCustomPrompt="1"/>
          </p:nvPr>
        </p:nvSpPr>
        <p:spPr>
          <a:xfrm>
            <a:off x="342900"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862E92CD-C111-42DC-B63B-AF3F1CD7422C}"/>
              </a:ext>
            </a:extLst>
          </p:cNvPr>
          <p:cNvSpPr>
            <a:spLocks noGrp="1"/>
          </p:cNvSpPr>
          <p:nvPr userDrawn="1">
            <p:ph type="title"/>
          </p:nvPr>
        </p:nvSpPr>
        <p:spPr/>
        <p:txBody>
          <a:bodyPr/>
          <a:lstStyle/>
          <a:p>
            <a:r>
              <a:rPr lang="en-US" dirty="0"/>
              <a:t>Click to edit Master title style</a:t>
            </a:r>
          </a:p>
        </p:txBody>
      </p:sp>
      <p:sp>
        <p:nvSpPr>
          <p:cNvPr id="35" name="Text Placeholder 19">
            <a:extLst>
              <a:ext uri="{FF2B5EF4-FFF2-40B4-BE49-F238E27FC236}">
                <a16:creationId xmlns:a16="http://schemas.microsoft.com/office/drawing/2014/main" id="{95EE449A-B547-4C34-B077-EFF16E833E08}"/>
              </a:ext>
            </a:extLst>
          </p:cNvPr>
          <p:cNvSpPr>
            <a:spLocks noGrp="1"/>
          </p:cNvSpPr>
          <p:nvPr userDrawn="1">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Short description positioning the team to the client</a:t>
            </a:r>
          </a:p>
        </p:txBody>
      </p:sp>
      <p:sp>
        <p:nvSpPr>
          <p:cNvPr id="6" name="Text Placeholder 5">
            <a:extLst>
              <a:ext uri="{FF2B5EF4-FFF2-40B4-BE49-F238E27FC236}">
                <a16:creationId xmlns:a16="http://schemas.microsoft.com/office/drawing/2014/main" id="{65175576-31B9-4D0B-AB7E-1B65AECB8DA2}"/>
              </a:ext>
            </a:extLst>
          </p:cNvPr>
          <p:cNvSpPr>
            <a:spLocks noGrp="1"/>
          </p:cNvSpPr>
          <p:nvPr userDrawn="1">
            <p:ph type="body" sz="quarter" idx="24" hasCustomPrompt="1"/>
          </p:nvPr>
        </p:nvSpPr>
        <p:spPr>
          <a:xfrm>
            <a:off x="342900"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11" name="Text Placeholder 10">
            <a:extLst>
              <a:ext uri="{FF2B5EF4-FFF2-40B4-BE49-F238E27FC236}">
                <a16:creationId xmlns:a16="http://schemas.microsoft.com/office/drawing/2014/main" id="{3066584D-6D34-4243-83EB-334D9982BF86}"/>
              </a:ext>
            </a:extLst>
          </p:cNvPr>
          <p:cNvSpPr>
            <a:spLocks noGrp="1"/>
          </p:cNvSpPr>
          <p:nvPr>
            <p:ph type="body" sz="quarter" idx="25" hasCustomPrompt="1"/>
          </p:nvPr>
        </p:nvSpPr>
        <p:spPr>
          <a:xfrm>
            <a:off x="342900"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14" name="Text Placeholder 13">
            <a:extLst>
              <a:ext uri="{FF2B5EF4-FFF2-40B4-BE49-F238E27FC236}">
                <a16:creationId xmlns:a16="http://schemas.microsoft.com/office/drawing/2014/main" id="{02B33F34-BC78-4343-B1A9-65DAA888F9F5}"/>
              </a:ext>
            </a:extLst>
          </p:cNvPr>
          <p:cNvSpPr>
            <a:spLocks noGrp="1"/>
          </p:cNvSpPr>
          <p:nvPr>
            <p:ph type="body" sz="quarter" idx="26" hasCustomPrompt="1"/>
          </p:nvPr>
        </p:nvSpPr>
        <p:spPr>
          <a:xfrm>
            <a:off x="342900"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3" name="Picture Placeholder 34">
            <a:extLst>
              <a:ext uri="{FF2B5EF4-FFF2-40B4-BE49-F238E27FC236}">
                <a16:creationId xmlns:a16="http://schemas.microsoft.com/office/drawing/2014/main" id="{F04F2D3E-080B-40F5-B944-EC04A92CC3E7}"/>
              </a:ext>
            </a:extLst>
          </p:cNvPr>
          <p:cNvSpPr>
            <a:spLocks noGrp="1"/>
          </p:cNvSpPr>
          <p:nvPr>
            <p:ph type="pic" sz="quarter" idx="28" hasCustomPrompt="1"/>
          </p:nvPr>
        </p:nvSpPr>
        <p:spPr>
          <a:xfrm>
            <a:off x="208483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44" name="Text Placeholder 5">
            <a:extLst>
              <a:ext uri="{FF2B5EF4-FFF2-40B4-BE49-F238E27FC236}">
                <a16:creationId xmlns:a16="http://schemas.microsoft.com/office/drawing/2014/main" id="{95A428BD-B888-4644-965E-D5A1EE1DBE9B}"/>
              </a:ext>
            </a:extLst>
          </p:cNvPr>
          <p:cNvSpPr>
            <a:spLocks noGrp="1"/>
          </p:cNvSpPr>
          <p:nvPr>
            <p:ph type="body" sz="quarter" idx="29" hasCustomPrompt="1"/>
          </p:nvPr>
        </p:nvSpPr>
        <p:spPr>
          <a:xfrm>
            <a:off x="208483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45" name="Text Placeholder 10">
            <a:extLst>
              <a:ext uri="{FF2B5EF4-FFF2-40B4-BE49-F238E27FC236}">
                <a16:creationId xmlns:a16="http://schemas.microsoft.com/office/drawing/2014/main" id="{71EDE006-0231-4F28-94D1-4EB3A6E45346}"/>
              </a:ext>
            </a:extLst>
          </p:cNvPr>
          <p:cNvSpPr>
            <a:spLocks noGrp="1"/>
          </p:cNvSpPr>
          <p:nvPr>
            <p:ph type="body" sz="quarter" idx="30" hasCustomPrompt="1"/>
          </p:nvPr>
        </p:nvSpPr>
        <p:spPr>
          <a:xfrm>
            <a:off x="208483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47" name="Text Placeholder 13">
            <a:extLst>
              <a:ext uri="{FF2B5EF4-FFF2-40B4-BE49-F238E27FC236}">
                <a16:creationId xmlns:a16="http://schemas.microsoft.com/office/drawing/2014/main" id="{D9BAA664-5924-4467-A5F8-0DCCF5247CA7}"/>
              </a:ext>
            </a:extLst>
          </p:cNvPr>
          <p:cNvSpPr>
            <a:spLocks noGrp="1"/>
          </p:cNvSpPr>
          <p:nvPr>
            <p:ph type="body" sz="quarter" idx="31" hasCustomPrompt="1"/>
          </p:nvPr>
        </p:nvSpPr>
        <p:spPr>
          <a:xfrm>
            <a:off x="208483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0" name="Picture Placeholder 34">
            <a:extLst>
              <a:ext uri="{FF2B5EF4-FFF2-40B4-BE49-F238E27FC236}">
                <a16:creationId xmlns:a16="http://schemas.microsoft.com/office/drawing/2014/main" id="{A2D7A7E9-0C2B-4F93-800A-DE715CD5C3B6}"/>
              </a:ext>
            </a:extLst>
          </p:cNvPr>
          <p:cNvSpPr>
            <a:spLocks noGrp="1"/>
          </p:cNvSpPr>
          <p:nvPr>
            <p:ph type="pic" sz="quarter" idx="33" hasCustomPrompt="1"/>
          </p:nvPr>
        </p:nvSpPr>
        <p:spPr>
          <a:xfrm>
            <a:off x="382676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1" name="Text Placeholder 5">
            <a:extLst>
              <a:ext uri="{FF2B5EF4-FFF2-40B4-BE49-F238E27FC236}">
                <a16:creationId xmlns:a16="http://schemas.microsoft.com/office/drawing/2014/main" id="{2F58AF18-B215-4B92-A7AC-6EC2FC680741}"/>
              </a:ext>
            </a:extLst>
          </p:cNvPr>
          <p:cNvSpPr>
            <a:spLocks noGrp="1"/>
          </p:cNvSpPr>
          <p:nvPr>
            <p:ph type="body" sz="quarter" idx="34" hasCustomPrompt="1"/>
          </p:nvPr>
        </p:nvSpPr>
        <p:spPr>
          <a:xfrm>
            <a:off x="382676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2" name="Text Placeholder 10">
            <a:extLst>
              <a:ext uri="{FF2B5EF4-FFF2-40B4-BE49-F238E27FC236}">
                <a16:creationId xmlns:a16="http://schemas.microsoft.com/office/drawing/2014/main" id="{6DC0BAA7-DCE2-4F5E-BD7C-B9E94073D3AE}"/>
              </a:ext>
            </a:extLst>
          </p:cNvPr>
          <p:cNvSpPr>
            <a:spLocks noGrp="1"/>
          </p:cNvSpPr>
          <p:nvPr>
            <p:ph type="body" sz="quarter" idx="35" hasCustomPrompt="1"/>
          </p:nvPr>
        </p:nvSpPr>
        <p:spPr>
          <a:xfrm>
            <a:off x="382676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3" name="Text Placeholder 13">
            <a:extLst>
              <a:ext uri="{FF2B5EF4-FFF2-40B4-BE49-F238E27FC236}">
                <a16:creationId xmlns:a16="http://schemas.microsoft.com/office/drawing/2014/main" id="{F70B2879-36D2-4DDD-959B-8DDF4C1AAE5A}"/>
              </a:ext>
            </a:extLst>
          </p:cNvPr>
          <p:cNvSpPr>
            <a:spLocks noGrp="1"/>
          </p:cNvSpPr>
          <p:nvPr>
            <p:ph type="body" sz="quarter" idx="36" hasCustomPrompt="1"/>
          </p:nvPr>
        </p:nvSpPr>
        <p:spPr>
          <a:xfrm>
            <a:off x="382676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5" name="Picture Placeholder 34">
            <a:extLst>
              <a:ext uri="{FF2B5EF4-FFF2-40B4-BE49-F238E27FC236}">
                <a16:creationId xmlns:a16="http://schemas.microsoft.com/office/drawing/2014/main" id="{39D30350-818B-41A8-89B9-9723DF18C8C3}"/>
              </a:ext>
            </a:extLst>
          </p:cNvPr>
          <p:cNvSpPr>
            <a:spLocks noGrp="1"/>
          </p:cNvSpPr>
          <p:nvPr>
            <p:ph type="pic" sz="quarter" idx="38" hasCustomPrompt="1"/>
          </p:nvPr>
        </p:nvSpPr>
        <p:spPr>
          <a:xfrm>
            <a:off x="556869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6" name="Text Placeholder 5">
            <a:extLst>
              <a:ext uri="{FF2B5EF4-FFF2-40B4-BE49-F238E27FC236}">
                <a16:creationId xmlns:a16="http://schemas.microsoft.com/office/drawing/2014/main" id="{BBF772F8-45C4-4CA5-B476-085151662A77}"/>
              </a:ext>
            </a:extLst>
          </p:cNvPr>
          <p:cNvSpPr>
            <a:spLocks noGrp="1"/>
          </p:cNvSpPr>
          <p:nvPr>
            <p:ph type="body" sz="quarter" idx="39" hasCustomPrompt="1"/>
          </p:nvPr>
        </p:nvSpPr>
        <p:spPr>
          <a:xfrm>
            <a:off x="556869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7" name="Text Placeholder 10">
            <a:extLst>
              <a:ext uri="{FF2B5EF4-FFF2-40B4-BE49-F238E27FC236}">
                <a16:creationId xmlns:a16="http://schemas.microsoft.com/office/drawing/2014/main" id="{E8476712-22C9-40B0-AE0F-FD96F0EBAE18}"/>
              </a:ext>
            </a:extLst>
          </p:cNvPr>
          <p:cNvSpPr>
            <a:spLocks noGrp="1"/>
          </p:cNvSpPr>
          <p:nvPr>
            <p:ph type="body" sz="quarter" idx="40" hasCustomPrompt="1"/>
          </p:nvPr>
        </p:nvSpPr>
        <p:spPr>
          <a:xfrm>
            <a:off x="556869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8" name="Text Placeholder 13">
            <a:extLst>
              <a:ext uri="{FF2B5EF4-FFF2-40B4-BE49-F238E27FC236}">
                <a16:creationId xmlns:a16="http://schemas.microsoft.com/office/drawing/2014/main" id="{A8F77429-D579-49CA-977E-F26614331066}"/>
              </a:ext>
            </a:extLst>
          </p:cNvPr>
          <p:cNvSpPr>
            <a:spLocks noGrp="1"/>
          </p:cNvSpPr>
          <p:nvPr>
            <p:ph type="body" sz="quarter" idx="41" hasCustomPrompt="1"/>
          </p:nvPr>
        </p:nvSpPr>
        <p:spPr>
          <a:xfrm>
            <a:off x="556869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60" name="Picture Placeholder 34">
            <a:extLst>
              <a:ext uri="{FF2B5EF4-FFF2-40B4-BE49-F238E27FC236}">
                <a16:creationId xmlns:a16="http://schemas.microsoft.com/office/drawing/2014/main" id="{5EDA49D8-C03B-4774-A5A9-F60B6563AAED}"/>
              </a:ext>
            </a:extLst>
          </p:cNvPr>
          <p:cNvSpPr>
            <a:spLocks noGrp="1"/>
          </p:cNvSpPr>
          <p:nvPr>
            <p:ph type="pic" sz="quarter" idx="43" hasCustomPrompt="1"/>
          </p:nvPr>
        </p:nvSpPr>
        <p:spPr>
          <a:xfrm>
            <a:off x="731062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61" name="Text Placeholder 5">
            <a:extLst>
              <a:ext uri="{FF2B5EF4-FFF2-40B4-BE49-F238E27FC236}">
                <a16:creationId xmlns:a16="http://schemas.microsoft.com/office/drawing/2014/main" id="{AE8E2361-B5E1-4D58-8618-69869CE25C60}"/>
              </a:ext>
            </a:extLst>
          </p:cNvPr>
          <p:cNvSpPr>
            <a:spLocks noGrp="1"/>
          </p:cNvSpPr>
          <p:nvPr>
            <p:ph type="body" sz="quarter" idx="44" hasCustomPrompt="1"/>
          </p:nvPr>
        </p:nvSpPr>
        <p:spPr>
          <a:xfrm>
            <a:off x="731062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62" name="Text Placeholder 10">
            <a:extLst>
              <a:ext uri="{FF2B5EF4-FFF2-40B4-BE49-F238E27FC236}">
                <a16:creationId xmlns:a16="http://schemas.microsoft.com/office/drawing/2014/main" id="{141EF060-D4AD-49B0-945F-5B73E7143293}"/>
              </a:ext>
            </a:extLst>
          </p:cNvPr>
          <p:cNvSpPr>
            <a:spLocks noGrp="1"/>
          </p:cNvSpPr>
          <p:nvPr>
            <p:ph type="body" sz="quarter" idx="45" hasCustomPrompt="1"/>
          </p:nvPr>
        </p:nvSpPr>
        <p:spPr>
          <a:xfrm>
            <a:off x="731062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63" name="Text Placeholder 13">
            <a:extLst>
              <a:ext uri="{FF2B5EF4-FFF2-40B4-BE49-F238E27FC236}">
                <a16:creationId xmlns:a16="http://schemas.microsoft.com/office/drawing/2014/main" id="{642D5A80-0282-4EB3-A745-492A1F8F436D}"/>
              </a:ext>
            </a:extLst>
          </p:cNvPr>
          <p:cNvSpPr>
            <a:spLocks noGrp="1"/>
          </p:cNvSpPr>
          <p:nvPr>
            <p:ph type="body" sz="quarter" idx="46" hasCustomPrompt="1"/>
          </p:nvPr>
        </p:nvSpPr>
        <p:spPr>
          <a:xfrm>
            <a:off x="731062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 name="Text Placeholder 3">
            <a:extLst>
              <a:ext uri="{FF2B5EF4-FFF2-40B4-BE49-F238E27FC236}">
                <a16:creationId xmlns:a16="http://schemas.microsoft.com/office/drawing/2014/main" id="{BD3A5C71-9D2B-4955-949D-DE381591450F}"/>
              </a:ext>
            </a:extLst>
          </p:cNvPr>
          <p:cNvSpPr>
            <a:spLocks noGrp="1"/>
          </p:cNvSpPr>
          <p:nvPr>
            <p:ph type="body" sz="quarter" idx="48" hasCustomPrompt="1"/>
          </p:nvPr>
        </p:nvSpPr>
        <p:spPr>
          <a:xfrm>
            <a:off x="342900" y="3480684"/>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1" name="Text Placeholder 3">
            <a:extLst>
              <a:ext uri="{FF2B5EF4-FFF2-40B4-BE49-F238E27FC236}">
                <a16:creationId xmlns:a16="http://schemas.microsoft.com/office/drawing/2014/main" id="{18589F0F-1C55-4566-8E67-B36C47D67811}"/>
              </a:ext>
            </a:extLst>
          </p:cNvPr>
          <p:cNvSpPr>
            <a:spLocks noGrp="1"/>
          </p:cNvSpPr>
          <p:nvPr>
            <p:ph type="body" sz="quarter" idx="49" hasCustomPrompt="1"/>
          </p:nvPr>
        </p:nvSpPr>
        <p:spPr>
          <a:xfrm>
            <a:off x="208483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2" name="Text Placeholder 3">
            <a:extLst>
              <a:ext uri="{FF2B5EF4-FFF2-40B4-BE49-F238E27FC236}">
                <a16:creationId xmlns:a16="http://schemas.microsoft.com/office/drawing/2014/main" id="{93A791BA-7F54-4C77-B6F4-DEE907FD64D1}"/>
              </a:ext>
            </a:extLst>
          </p:cNvPr>
          <p:cNvSpPr>
            <a:spLocks noGrp="1"/>
          </p:cNvSpPr>
          <p:nvPr>
            <p:ph type="body" sz="quarter" idx="50" hasCustomPrompt="1"/>
          </p:nvPr>
        </p:nvSpPr>
        <p:spPr>
          <a:xfrm>
            <a:off x="382676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3" name="Text Placeholder 3">
            <a:extLst>
              <a:ext uri="{FF2B5EF4-FFF2-40B4-BE49-F238E27FC236}">
                <a16:creationId xmlns:a16="http://schemas.microsoft.com/office/drawing/2014/main" id="{9ED38693-AD9F-4DC6-935E-BEF849421C87}"/>
              </a:ext>
            </a:extLst>
          </p:cNvPr>
          <p:cNvSpPr>
            <a:spLocks noGrp="1"/>
          </p:cNvSpPr>
          <p:nvPr>
            <p:ph type="body" sz="quarter" idx="51" hasCustomPrompt="1"/>
          </p:nvPr>
        </p:nvSpPr>
        <p:spPr>
          <a:xfrm>
            <a:off x="556869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4" name="Text Placeholder 3">
            <a:extLst>
              <a:ext uri="{FF2B5EF4-FFF2-40B4-BE49-F238E27FC236}">
                <a16:creationId xmlns:a16="http://schemas.microsoft.com/office/drawing/2014/main" id="{24E4446C-8F39-4F99-88EC-E8840F3C9AE5}"/>
              </a:ext>
            </a:extLst>
          </p:cNvPr>
          <p:cNvSpPr>
            <a:spLocks noGrp="1"/>
          </p:cNvSpPr>
          <p:nvPr>
            <p:ph type="body" sz="quarter" idx="52" hasCustomPrompt="1"/>
          </p:nvPr>
        </p:nvSpPr>
        <p:spPr>
          <a:xfrm>
            <a:off x="731062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Tree>
    <p:extLst>
      <p:ext uri="{BB962C8B-B14F-4D97-AF65-F5344CB8AC3E}">
        <p14:creationId xmlns:p14="http://schemas.microsoft.com/office/powerpoint/2010/main" val="3443688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253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71BDA8F-6E6A-4DF6-88A4-8A347CE93917}"/>
              </a:ext>
            </a:extLst>
          </p:cNvPr>
          <p:cNvGrpSpPr/>
          <p:nvPr userDrawn="1"/>
        </p:nvGrpSpPr>
        <p:grpSpPr>
          <a:xfrm>
            <a:off x="7666630" y="4814679"/>
            <a:ext cx="1192361" cy="156570"/>
            <a:chOff x="4931314" y="1794418"/>
            <a:chExt cx="1768107" cy="232171"/>
          </a:xfrm>
          <a:solidFill>
            <a:schemeClr val="bg1"/>
          </a:solidFill>
        </p:grpSpPr>
        <p:sp>
          <p:nvSpPr>
            <p:cNvPr id="8" name="Freeform 6">
              <a:extLst>
                <a:ext uri="{FF2B5EF4-FFF2-40B4-BE49-F238E27FC236}">
                  <a16:creationId xmlns:a16="http://schemas.microsoft.com/office/drawing/2014/main" id="{266670D3-75AD-443A-B053-BA298522A04B}"/>
                </a:ext>
              </a:extLst>
            </p:cNvPr>
            <p:cNvSpPr/>
            <p:nvPr/>
          </p:nvSpPr>
          <p:spPr>
            <a:xfrm>
              <a:off x="4931314" y="1794418"/>
              <a:ext cx="632805" cy="232171"/>
            </a:xfrm>
            <a:custGeom>
              <a:avLst/>
              <a:gdLst>
                <a:gd name="connsiteX0" fmla="*/ 64262 w 632805"/>
                <a:gd name="connsiteY0" fmla="*/ 48220 h 232171"/>
                <a:gd name="connsiteX1" fmla="*/ 64262 w 632805"/>
                <a:gd name="connsiteY1" fmla="*/ 64294 h 232171"/>
                <a:gd name="connsiteX2" fmla="*/ 64262 w 632805"/>
                <a:gd name="connsiteY2" fmla="*/ 65187 h 232171"/>
                <a:gd name="connsiteX3" fmla="*/ 64262 w 632805"/>
                <a:gd name="connsiteY3" fmla="*/ 65187 h 232171"/>
                <a:gd name="connsiteX4" fmla="*/ 65155 w 632805"/>
                <a:gd name="connsiteY4" fmla="*/ 63401 h 232171"/>
                <a:gd name="connsiteX5" fmla="*/ 108889 w 632805"/>
                <a:gd name="connsiteY5" fmla="*/ 45541 h 232171"/>
                <a:gd name="connsiteX6" fmla="*/ 149053 w 632805"/>
                <a:gd name="connsiteY6" fmla="*/ 78581 h 232171"/>
                <a:gd name="connsiteX7" fmla="*/ 149053 w 632805"/>
                <a:gd name="connsiteY7" fmla="*/ 168771 h 232171"/>
                <a:gd name="connsiteX8" fmla="*/ 149053 w 632805"/>
                <a:gd name="connsiteY8" fmla="*/ 168771 h 232171"/>
                <a:gd name="connsiteX9" fmla="*/ 149053 w 632805"/>
                <a:gd name="connsiteY9" fmla="*/ 191095 h 232171"/>
                <a:gd name="connsiteX10" fmla="*/ 128525 w 632805"/>
                <a:gd name="connsiteY10" fmla="*/ 191095 h 232171"/>
                <a:gd name="connsiteX11" fmla="*/ 128525 w 632805"/>
                <a:gd name="connsiteY11" fmla="*/ 164306 h 232171"/>
                <a:gd name="connsiteX12" fmla="*/ 128525 w 632805"/>
                <a:gd name="connsiteY12" fmla="*/ 87511 h 232171"/>
                <a:gd name="connsiteX13" fmla="*/ 97286 w 632805"/>
                <a:gd name="connsiteY13" fmla="*/ 59829 h 232171"/>
                <a:gd name="connsiteX14" fmla="*/ 64262 w 632805"/>
                <a:gd name="connsiteY14" fmla="*/ 85725 h 232171"/>
                <a:gd name="connsiteX15" fmla="*/ 64262 w 632805"/>
                <a:gd name="connsiteY15" fmla="*/ 167878 h 232171"/>
                <a:gd name="connsiteX16" fmla="*/ 64262 w 632805"/>
                <a:gd name="connsiteY16" fmla="*/ 168771 h 232171"/>
                <a:gd name="connsiteX17" fmla="*/ 64262 w 632805"/>
                <a:gd name="connsiteY17" fmla="*/ 191095 h 232171"/>
                <a:gd name="connsiteX18" fmla="*/ 43734 w 632805"/>
                <a:gd name="connsiteY18" fmla="*/ 191095 h 232171"/>
                <a:gd name="connsiteX19" fmla="*/ 43734 w 632805"/>
                <a:gd name="connsiteY19" fmla="*/ 167878 h 232171"/>
                <a:gd name="connsiteX20" fmla="*/ 43734 w 632805"/>
                <a:gd name="connsiteY20" fmla="*/ 65187 h 232171"/>
                <a:gd name="connsiteX21" fmla="*/ 43734 w 632805"/>
                <a:gd name="connsiteY21" fmla="*/ 46434 h 232171"/>
                <a:gd name="connsiteX22" fmla="*/ 47304 w 632805"/>
                <a:gd name="connsiteY22" fmla="*/ 46434 h 232171"/>
                <a:gd name="connsiteX23" fmla="*/ 58015 w 632805"/>
                <a:gd name="connsiteY23" fmla="*/ 46434 h 232171"/>
                <a:gd name="connsiteX24" fmla="*/ 64262 w 632805"/>
                <a:gd name="connsiteY24" fmla="*/ 46434 h 232171"/>
                <a:gd name="connsiteX25" fmla="*/ 339163 w 632805"/>
                <a:gd name="connsiteY25" fmla="*/ 164306 h 232171"/>
                <a:gd name="connsiteX26" fmla="*/ 382004 w 632805"/>
                <a:gd name="connsiteY26" fmla="*/ 183952 h 232171"/>
                <a:gd name="connsiteX27" fmla="*/ 413243 w 632805"/>
                <a:gd name="connsiteY27" fmla="*/ 160734 h 232171"/>
                <a:gd name="connsiteX28" fmla="*/ 381112 w 632805"/>
                <a:gd name="connsiteY28" fmla="*/ 131266 h 232171"/>
                <a:gd name="connsiteX29" fmla="*/ 343625 w 632805"/>
                <a:gd name="connsiteY29" fmla="*/ 107156 h 232171"/>
                <a:gd name="connsiteX30" fmla="*/ 344518 w 632805"/>
                <a:gd name="connsiteY30" fmla="*/ 121444 h 232171"/>
                <a:gd name="connsiteX31" fmla="*/ 276685 w 632805"/>
                <a:gd name="connsiteY31" fmla="*/ 197346 h 232171"/>
                <a:gd name="connsiteX32" fmla="*/ 208853 w 632805"/>
                <a:gd name="connsiteY32" fmla="*/ 121444 h 232171"/>
                <a:gd name="connsiteX33" fmla="*/ 237414 w 632805"/>
                <a:gd name="connsiteY33" fmla="*/ 59829 h 232171"/>
                <a:gd name="connsiteX34" fmla="*/ 191002 w 632805"/>
                <a:gd name="connsiteY34" fmla="*/ 59829 h 232171"/>
                <a:gd name="connsiteX35" fmla="*/ 191002 w 632805"/>
                <a:gd name="connsiteY35" fmla="*/ 168771 h 232171"/>
                <a:gd name="connsiteX36" fmla="*/ 191002 w 632805"/>
                <a:gd name="connsiteY36" fmla="*/ 168771 h 232171"/>
                <a:gd name="connsiteX37" fmla="*/ 191002 w 632805"/>
                <a:gd name="connsiteY37" fmla="*/ 191095 h 232171"/>
                <a:gd name="connsiteX38" fmla="*/ 170474 w 632805"/>
                <a:gd name="connsiteY38" fmla="*/ 191095 h 232171"/>
                <a:gd name="connsiteX39" fmla="*/ 170474 w 632805"/>
                <a:gd name="connsiteY39" fmla="*/ 169664 h 232171"/>
                <a:gd name="connsiteX40" fmla="*/ 170474 w 632805"/>
                <a:gd name="connsiteY40" fmla="*/ 168771 h 232171"/>
                <a:gd name="connsiteX41" fmla="*/ 170474 w 632805"/>
                <a:gd name="connsiteY41" fmla="*/ 59829 h 232171"/>
                <a:gd name="connsiteX42" fmla="*/ 152623 w 632805"/>
                <a:gd name="connsiteY42" fmla="*/ 59829 h 232171"/>
                <a:gd name="connsiteX43" fmla="*/ 152623 w 632805"/>
                <a:gd name="connsiteY43" fmla="*/ 46434 h 232171"/>
                <a:gd name="connsiteX44" fmla="*/ 171366 w 632805"/>
                <a:gd name="connsiteY44" fmla="*/ 46434 h 232171"/>
                <a:gd name="connsiteX45" fmla="*/ 214208 w 632805"/>
                <a:gd name="connsiteY45" fmla="*/ 2679 h 232171"/>
                <a:gd name="connsiteX46" fmla="*/ 242769 w 632805"/>
                <a:gd name="connsiteY46" fmla="*/ 6251 h 232171"/>
                <a:gd name="connsiteX47" fmla="*/ 242769 w 632805"/>
                <a:gd name="connsiteY47" fmla="*/ 25003 h 232171"/>
                <a:gd name="connsiteX48" fmla="*/ 242769 w 632805"/>
                <a:gd name="connsiteY48" fmla="*/ 27682 h 232171"/>
                <a:gd name="connsiteX49" fmla="*/ 241876 w 632805"/>
                <a:gd name="connsiteY49" fmla="*/ 27682 h 232171"/>
                <a:gd name="connsiteX50" fmla="*/ 209745 w 632805"/>
                <a:gd name="connsiteY50" fmla="*/ 16073 h 232171"/>
                <a:gd name="connsiteX51" fmla="*/ 190110 w 632805"/>
                <a:gd name="connsiteY51" fmla="*/ 46434 h 232171"/>
                <a:gd name="connsiteX52" fmla="*/ 266867 w 632805"/>
                <a:gd name="connsiteY52" fmla="*/ 46434 h 232171"/>
                <a:gd name="connsiteX53" fmla="*/ 276685 w 632805"/>
                <a:gd name="connsiteY53" fmla="*/ 45541 h 232171"/>
                <a:gd name="connsiteX54" fmla="*/ 338270 w 632805"/>
                <a:gd name="connsiteY54" fmla="*/ 89297 h 232171"/>
                <a:gd name="connsiteX55" fmla="*/ 338270 w 632805"/>
                <a:gd name="connsiteY55" fmla="*/ 84832 h 232171"/>
                <a:gd name="connsiteX56" fmla="*/ 391822 w 632805"/>
                <a:gd name="connsiteY56" fmla="*/ 46434 h 232171"/>
                <a:gd name="connsiteX57" fmla="*/ 394500 w 632805"/>
                <a:gd name="connsiteY57" fmla="*/ 46434 h 232171"/>
                <a:gd name="connsiteX58" fmla="*/ 425738 w 632805"/>
                <a:gd name="connsiteY58" fmla="*/ 51792 h 232171"/>
                <a:gd name="connsiteX59" fmla="*/ 432878 w 632805"/>
                <a:gd name="connsiteY59" fmla="*/ 70545 h 232171"/>
                <a:gd name="connsiteX60" fmla="*/ 441804 w 632805"/>
                <a:gd name="connsiteY60" fmla="*/ 91976 h 232171"/>
                <a:gd name="connsiteX61" fmla="*/ 465010 w 632805"/>
                <a:gd name="connsiteY61" fmla="*/ 148233 h 232171"/>
                <a:gd name="connsiteX62" fmla="*/ 467687 w 632805"/>
                <a:gd name="connsiteY62" fmla="*/ 157163 h 232171"/>
                <a:gd name="connsiteX63" fmla="*/ 470365 w 632805"/>
                <a:gd name="connsiteY63" fmla="*/ 148233 h 232171"/>
                <a:gd name="connsiteX64" fmla="*/ 499818 w 632805"/>
                <a:gd name="connsiteY64" fmla="*/ 75902 h 232171"/>
                <a:gd name="connsiteX65" fmla="*/ 549800 w 632805"/>
                <a:gd name="connsiteY65" fmla="*/ 47327 h 232171"/>
                <a:gd name="connsiteX66" fmla="*/ 580146 w 632805"/>
                <a:gd name="connsiteY66" fmla="*/ 52685 h 232171"/>
                <a:gd name="connsiteX67" fmla="*/ 580146 w 632805"/>
                <a:gd name="connsiteY67" fmla="*/ 74116 h 232171"/>
                <a:gd name="connsiteX68" fmla="*/ 543553 w 632805"/>
                <a:gd name="connsiteY68" fmla="*/ 59829 h 232171"/>
                <a:gd name="connsiteX69" fmla="*/ 515884 w 632805"/>
                <a:gd name="connsiteY69" fmla="*/ 83939 h 232171"/>
                <a:gd name="connsiteX70" fmla="*/ 548908 w 632805"/>
                <a:gd name="connsiteY70" fmla="*/ 112514 h 232171"/>
                <a:gd name="connsiteX71" fmla="*/ 588179 w 632805"/>
                <a:gd name="connsiteY71" fmla="*/ 153591 h 232171"/>
                <a:gd name="connsiteX72" fmla="*/ 532842 w 632805"/>
                <a:gd name="connsiteY72" fmla="*/ 198239 h 232171"/>
                <a:gd name="connsiteX73" fmla="*/ 493571 w 632805"/>
                <a:gd name="connsiteY73" fmla="*/ 187523 h 232171"/>
                <a:gd name="connsiteX74" fmla="*/ 493571 w 632805"/>
                <a:gd name="connsiteY74" fmla="*/ 162520 h 232171"/>
                <a:gd name="connsiteX75" fmla="*/ 494463 w 632805"/>
                <a:gd name="connsiteY75" fmla="*/ 163413 h 232171"/>
                <a:gd name="connsiteX76" fmla="*/ 539090 w 632805"/>
                <a:gd name="connsiteY76" fmla="*/ 183952 h 232171"/>
                <a:gd name="connsiteX77" fmla="*/ 570329 w 632805"/>
                <a:gd name="connsiteY77" fmla="*/ 160734 h 232171"/>
                <a:gd name="connsiteX78" fmla="*/ 538197 w 632805"/>
                <a:gd name="connsiteY78" fmla="*/ 131266 h 232171"/>
                <a:gd name="connsiteX79" fmla="*/ 500711 w 632805"/>
                <a:gd name="connsiteY79" fmla="*/ 102691 h 232171"/>
                <a:gd name="connsiteX80" fmla="*/ 447159 w 632805"/>
                <a:gd name="connsiteY80" fmla="*/ 232172 h 232171"/>
                <a:gd name="connsiteX81" fmla="*/ 427523 w 632805"/>
                <a:gd name="connsiteY81" fmla="*/ 232172 h 232171"/>
                <a:gd name="connsiteX82" fmla="*/ 431986 w 632805"/>
                <a:gd name="connsiteY82" fmla="*/ 223242 h 232171"/>
                <a:gd name="connsiteX83" fmla="*/ 436449 w 632805"/>
                <a:gd name="connsiteY83" fmla="*/ 215206 h 232171"/>
                <a:gd name="connsiteX84" fmla="*/ 436449 w 632805"/>
                <a:gd name="connsiteY84" fmla="*/ 215206 h 232171"/>
                <a:gd name="connsiteX85" fmla="*/ 455192 w 632805"/>
                <a:gd name="connsiteY85" fmla="*/ 175022 h 232171"/>
                <a:gd name="connsiteX86" fmla="*/ 416813 w 632805"/>
                <a:gd name="connsiteY86" fmla="*/ 82153 h 232171"/>
                <a:gd name="connsiteX87" fmla="*/ 415028 w 632805"/>
                <a:gd name="connsiteY87" fmla="*/ 76795 h 232171"/>
                <a:gd name="connsiteX88" fmla="*/ 400747 w 632805"/>
                <a:gd name="connsiteY88" fmla="*/ 60722 h 232171"/>
                <a:gd name="connsiteX89" fmla="*/ 385574 w 632805"/>
                <a:gd name="connsiteY89" fmla="*/ 58043 h 232171"/>
                <a:gd name="connsiteX90" fmla="*/ 357013 w 632805"/>
                <a:gd name="connsiteY90" fmla="*/ 82153 h 232171"/>
                <a:gd name="connsiteX91" fmla="*/ 390929 w 632805"/>
                <a:gd name="connsiteY91" fmla="*/ 110728 h 232171"/>
                <a:gd name="connsiteX92" fmla="*/ 430201 w 632805"/>
                <a:gd name="connsiteY92" fmla="*/ 151805 h 232171"/>
                <a:gd name="connsiteX93" fmla="*/ 374864 w 632805"/>
                <a:gd name="connsiteY93" fmla="*/ 196453 h 232171"/>
                <a:gd name="connsiteX94" fmla="*/ 338270 w 632805"/>
                <a:gd name="connsiteY94" fmla="*/ 187523 h 232171"/>
                <a:gd name="connsiteX95" fmla="*/ 338270 w 632805"/>
                <a:gd name="connsiteY95" fmla="*/ 164306 h 232171"/>
                <a:gd name="connsiteX96" fmla="*/ 434664 w 632805"/>
                <a:gd name="connsiteY96" fmla="*/ 70545 h 232171"/>
                <a:gd name="connsiteX97" fmla="*/ 435556 w 632805"/>
                <a:gd name="connsiteY97" fmla="*/ 73223 h 232171"/>
                <a:gd name="connsiteX98" fmla="*/ 443589 w 632805"/>
                <a:gd name="connsiteY98" fmla="*/ 91976 h 232171"/>
                <a:gd name="connsiteX99" fmla="*/ 434664 w 632805"/>
                <a:gd name="connsiteY99" fmla="*/ 70545 h 232171"/>
                <a:gd name="connsiteX100" fmla="*/ 432878 w 632805"/>
                <a:gd name="connsiteY100" fmla="*/ 224135 h 232171"/>
                <a:gd name="connsiteX101" fmla="*/ 437341 w 632805"/>
                <a:gd name="connsiteY101" fmla="*/ 216098 h 232171"/>
                <a:gd name="connsiteX102" fmla="*/ 432878 w 632805"/>
                <a:gd name="connsiteY102" fmla="*/ 224135 h 232171"/>
                <a:gd name="connsiteX103" fmla="*/ 417705 w 632805"/>
                <a:gd name="connsiteY103" fmla="*/ 82153 h 232171"/>
                <a:gd name="connsiteX104" fmla="*/ 416813 w 632805"/>
                <a:gd name="connsiteY104" fmla="*/ 80367 h 232171"/>
                <a:gd name="connsiteX105" fmla="*/ 417705 w 632805"/>
                <a:gd name="connsiteY105" fmla="*/ 82153 h 232171"/>
                <a:gd name="connsiteX106" fmla="*/ 230274 w 632805"/>
                <a:gd name="connsiteY106" fmla="*/ 123230 h 232171"/>
                <a:gd name="connsiteX107" fmla="*/ 277578 w 632805"/>
                <a:gd name="connsiteY107" fmla="*/ 183952 h 232171"/>
                <a:gd name="connsiteX108" fmla="*/ 323097 w 632805"/>
                <a:gd name="connsiteY108" fmla="*/ 121444 h 232171"/>
                <a:gd name="connsiteX109" fmla="*/ 275793 w 632805"/>
                <a:gd name="connsiteY109" fmla="*/ 60722 h 232171"/>
                <a:gd name="connsiteX110" fmla="*/ 230274 w 632805"/>
                <a:gd name="connsiteY110" fmla="*/ 123230 h 232171"/>
                <a:gd name="connsiteX111" fmla="*/ 0 w 632805"/>
                <a:gd name="connsiteY111" fmla="*/ 26789 h 232171"/>
                <a:gd name="connsiteX112" fmla="*/ 0 w 632805"/>
                <a:gd name="connsiteY112" fmla="*/ 26789 h 232171"/>
                <a:gd name="connsiteX113" fmla="*/ 0 w 632805"/>
                <a:gd name="connsiteY113" fmla="*/ 3572 h 232171"/>
                <a:gd name="connsiteX114" fmla="*/ 22313 w 632805"/>
                <a:gd name="connsiteY114" fmla="*/ 3572 h 232171"/>
                <a:gd name="connsiteX115" fmla="*/ 22313 w 632805"/>
                <a:gd name="connsiteY115" fmla="*/ 25896 h 232171"/>
                <a:gd name="connsiteX116" fmla="*/ 22313 w 632805"/>
                <a:gd name="connsiteY116" fmla="*/ 25896 h 232171"/>
                <a:gd name="connsiteX117" fmla="*/ 22313 w 632805"/>
                <a:gd name="connsiteY117" fmla="*/ 168771 h 232171"/>
                <a:gd name="connsiteX118" fmla="*/ 22313 w 632805"/>
                <a:gd name="connsiteY118" fmla="*/ 169664 h 232171"/>
                <a:gd name="connsiteX119" fmla="*/ 22313 w 632805"/>
                <a:gd name="connsiteY119" fmla="*/ 191988 h 232171"/>
                <a:gd name="connsiteX120" fmla="*/ 0 w 632805"/>
                <a:gd name="connsiteY120" fmla="*/ 191988 h 232171"/>
                <a:gd name="connsiteX121" fmla="*/ 0 w 632805"/>
                <a:gd name="connsiteY121" fmla="*/ 169664 h 232171"/>
                <a:gd name="connsiteX122" fmla="*/ 0 w 632805"/>
                <a:gd name="connsiteY122" fmla="*/ 169664 h 232171"/>
                <a:gd name="connsiteX123" fmla="*/ 0 w 632805"/>
                <a:gd name="connsiteY123" fmla="*/ 26789 h 232171"/>
                <a:gd name="connsiteX124" fmla="*/ 610493 w 632805"/>
                <a:gd name="connsiteY124" fmla="*/ 10716 h 232171"/>
                <a:gd name="connsiteX125" fmla="*/ 614955 w 632805"/>
                <a:gd name="connsiteY125" fmla="*/ 10716 h 232171"/>
                <a:gd name="connsiteX126" fmla="*/ 618525 w 632805"/>
                <a:gd name="connsiteY126" fmla="*/ 13395 h 232171"/>
                <a:gd name="connsiteX127" fmla="*/ 615848 w 632805"/>
                <a:gd name="connsiteY127" fmla="*/ 16073 h 232171"/>
                <a:gd name="connsiteX128" fmla="*/ 611385 w 632805"/>
                <a:gd name="connsiteY128" fmla="*/ 16073 h 232171"/>
                <a:gd name="connsiteX129" fmla="*/ 611385 w 632805"/>
                <a:gd name="connsiteY129" fmla="*/ 10716 h 232171"/>
                <a:gd name="connsiteX130" fmla="*/ 606922 w 632805"/>
                <a:gd name="connsiteY130" fmla="*/ 27682 h 232171"/>
                <a:gd name="connsiteX131" fmla="*/ 610493 w 632805"/>
                <a:gd name="connsiteY131" fmla="*/ 27682 h 232171"/>
                <a:gd name="connsiteX132" fmla="*/ 610493 w 632805"/>
                <a:gd name="connsiteY132" fmla="*/ 19645 h 232171"/>
                <a:gd name="connsiteX133" fmla="*/ 614955 w 632805"/>
                <a:gd name="connsiteY133" fmla="*/ 19645 h 232171"/>
                <a:gd name="connsiteX134" fmla="*/ 618525 w 632805"/>
                <a:gd name="connsiteY134" fmla="*/ 27682 h 232171"/>
                <a:gd name="connsiteX135" fmla="*/ 622988 w 632805"/>
                <a:gd name="connsiteY135" fmla="*/ 27682 h 232171"/>
                <a:gd name="connsiteX136" fmla="*/ 619418 w 632805"/>
                <a:gd name="connsiteY136" fmla="*/ 18752 h 232171"/>
                <a:gd name="connsiteX137" fmla="*/ 622988 w 632805"/>
                <a:gd name="connsiteY137" fmla="*/ 13395 h 232171"/>
                <a:gd name="connsiteX138" fmla="*/ 614955 w 632805"/>
                <a:gd name="connsiteY138" fmla="*/ 7144 h 232171"/>
                <a:gd name="connsiteX139" fmla="*/ 607815 w 632805"/>
                <a:gd name="connsiteY139" fmla="*/ 7144 h 232171"/>
                <a:gd name="connsiteX140" fmla="*/ 607815 w 632805"/>
                <a:gd name="connsiteY140" fmla="*/ 27682 h 232171"/>
                <a:gd name="connsiteX141" fmla="*/ 597105 w 632805"/>
                <a:gd name="connsiteY141" fmla="*/ 17859 h 232171"/>
                <a:gd name="connsiteX142" fmla="*/ 613170 w 632805"/>
                <a:gd name="connsiteY142" fmla="*/ 1786 h 232171"/>
                <a:gd name="connsiteX143" fmla="*/ 629236 w 632805"/>
                <a:gd name="connsiteY143" fmla="*/ 17859 h 232171"/>
                <a:gd name="connsiteX144" fmla="*/ 613170 w 632805"/>
                <a:gd name="connsiteY144" fmla="*/ 33933 h 232171"/>
                <a:gd name="connsiteX145" fmla="*/ 597105 w 632805"/>
                <a:gd name="connsiteY145" fmla="*/ 17859 h 232171"/>
                <a:gd name="connsiteX146" fmla="*/ 614063 w 632805"/>
                <a:gd name="connsiteY146" fmla="*/ 37505 h 232171"/>
                <a:gd name="connsiteX147" fmla="*/ 632806 w 632805"/>
                <a:gd name="connsiteY147" fmla="*/ 18752 h 232171"/>
                <a:gd name="connsiteX148" fmla="*/ 614063 w 632805"/>
                <a:gd name="connsiteY148" fmla="*/ 0 h 232171"/>
                <a:gd name="connsiteX149" fmla="*/ 595319 w 632805"/>
                <a:gd name="connsiteY149" fmla="*/ 18752 h 232171"/>
                <a:gd name="connsiteX150" fmla="*/ 614063 w 632805"/>
                <a:gd name="connsiteY150" fmla="*/ 37505 h 2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32805" h="232171">
                  <a:moveTo>
                    <a:pt x="64262" y="48220"/>
                  </a:moveTo>
                  <a:lnTo>
                    <a:pt x="64262" y="64294"/>
                  </a:lnTo>
                  <a:lnTo>
                    <a:pt x="64262" y="65187"/>
                  </a:lnTo>
                  <a:lnTo>
                    <a:pt x="64262" y="65187"/>
                  </a:lnTo>
                  <a:cubicBezTo>
                    <a:pt x="64262" y="64294"/>
                    <a:pt x="65155" y="64294"/>
                    <a:pt x="65155" y="63401"/>
                  </a:cubicBezTo>
                  <a:cubicBezTo>
                    <a:pt x="73188" y="54471"/>
                    <a:pt x="83898" y="45541"/>
                    <a:pt x="108889" y="45541"/>
                  </a:cubicBezTo>
                  <a:cubicBezTo>
                    <a:pt x="132987" y="45541"/>
                    <a:pt x="148161" y="66080"/>
                    <a:pt x="149053" y="78581"/>
                  </a:cubicBezTo>
                  <a:lnTo>
                    <a:pt x="149053" y="168771"/>
                  </a:lnTo>
                  <a:lnTo>
                    <a:pt x="149053" y="168771"/>
                  </a:lnTo>
                  <a:lnTo>
                    <a:pt x="149053" y="191095"/>
                  </a:lnTo>
                  <a:lnTo>
                    <a:pt x="128525" y="191095"/>
                  </a:lnTo>
                  <a:lnTo>
                    <a:pt x="128525" y="164306"/>
                  </a:lnTo>
                  <a:lnTo>
                    <a:pt x="128525" y="87511"/>
                  </a:lnTo>
                  <a:cubicBezTo>
                    <a:pt x="128525" y="71438"/>
                    <a:pt x="114244" y="59829"/>
                    <a:pt x="97286" y="59829"/>
                  </a:cubicBezTo>
                  <a:cubicBezTo>
                    <a:pt x="83006" y="59829"/>
                    <a:pt x="65155" y="72331"/>
                    <a:pt x="64262" y="85725"/>
                  </a:cubicBezTo>
                  <a:lnTo>
                    <a:pt x="64262" y="167878"/>
                  </a:lnTo>
                  <a:lnTo>
                    <a:pt x="64262" y="168771"/>
                  </a:lnTo>
                  <a:lnTo>
                    <a:pt x="64262" y="191095"/>
                  </a:lnTo>
                  <a:lnTo>
                    <a:pt x="43734" y="191095"/>
                  </a:lnTo>
                  <a:lnTo>
                    <a:pt x="43734" y="167878"/>
                  </a:lnTo>
                  <a:lnTo>
                    <a:pt x="43734" y="65187"/>
                  </a:lnTo>
                  <a:lnTo>
                    <a:pt x="43734" y="46434"/>
                  </a:lnTo>
                  <a:lnTo>
                    <a:pt x="47304" y="46434"/>
                  </a:lnTo>
                  <a:lnTo>
                    <a:pt x="58015" y="46434"/>
                  </a:lnTo>
                  <a:lnTo>
                    <a:pt x="64262" y="46434"/>
                  </a:lnTo>
                  <a:close/>
                  <a:moveTo>
                    <a:pt x="339163" y="164306"/>
                  </a:moveTo>
                  <a:cubicBezTo>
                    <a:pt x="353443" y="176808"/>
                    <a:pt x="365939" y="183952"/>
                    <a:pt x="382004" y="183952"/>
                  </a:cubicBezTo>
                  <a:cubicBezTo>
                    <a:pt x="398070" y="183952"/>
                    <a:pt x="413243" y="175915"/>
                    <a:pt x="413243" y="160734"/>
                  </a:cubicBezTo>
                  <a:cubicBezTo>
                    <a:pt x="413243" y="147340"/>
                    <a:pt x="401640" y="140196"/>
                    <a:pt x="381112" y="131266"/>
                  </a:cubicBezTo>
                  <a:cubicBezTo>
                    <a:pt x="364153" y="124123"/>
                    <a:pt x="350765" y="118765"/>
                    <a:pt x="343625" y="107156"/>
                  </a:cubicBezTo>
                  <a:cubicBezTo>
                    <a:pt x="344518" y="111621"/>
                    <a:pt x="344518" y="116979"/>
                    <a:pt x="344518" y="121444"/>
                  </a:cubicBezTo>
                  <a:cubicBezTo>
                    <a:pt x="344518" y="163413"/>
                    <a:pt x="314172" y="197346"/>
                    <a:pt x="276685" y="197346"/>
                  </a:cubicBezTo>
                  <a:cubicBezTo>
                    <a:pt x="239199" y="197346"/>
                    <a:pt x="208853" y="163413"/>
                    <a:pt x="208853" y="121444"/>
                  </a:cubicBezTo>
                  <a:cubicBezTo>
                    <a:pt x="208853" y="96441"/>
                    <a:pt x="219563" y="73223"/>
                    <a:pt x="237414" y="59829"/>
                  </a:cubicBezTo>
                  <a:lnTo>
                    <a:pt x="191002" y="59829"/>
                  </a:lnTo>
                  <a:lnTo>
                    <a:pt x="191002" y="168771"/>
                  </a:lnTo>
                  <a:lnTo>
                    <a:pt x="191002" y="168771"/>
                  </a:lnTo>
                  <a:lnTo>
                    <a:pt x="191002" y="191095"/>
                  </a:lnTo>
                  <a:lnTo>
                    <a:pt x="170474" y="191095"/>
                  </a:lnTo>
                  <a:lnTo>
                    <a:pt x="170474" y="169664"/>
                  </a:lnTo>
                  <a:cubicBezTo>
                    <a:pt x="170474" y="169664"/>
                    <a:pt x="170474" y="168771"/>
                    <a:pt x="170474" y="168771"/>
                  </a:cubicBezTo>
                  <a:lnTo>
                    <a:pt x="170474" y="59829"/>
                  </a:lnTo>
                  <a:lnTo>
                    <a:pt x="152623" y="59829"/>
                  </a:lnTo>
                  <a:lnTo>
                    <a:pt x="152623" y="46434"/>
                  </a:lnTo>
                  <a:lnTo>
                    <a:pt x="171366" y="46434"/>
                  </a:lnTo>
                  <a:cubicBezTo>
                    <a:pt x="174044" y="18752"/>
                    <a:pt x="191002" y="2679"/>
                    <a:pt x="214208" y="2679"/>
                  </a:cubicBezTo>
                  <a:cubicBezTo>
                    <a:pt x="229381" y="2679"/>
                    <a:pt x="238306" y="4465"/>
                    <a:pt x="242769" y="6251"/>
                  </a:cubicBezTo>
                  <a:lnTo>
                    <a:pt x="242769" y="25003"/>
                  </a:lnTo>
                  <a:cubicBezTo>
                    <a:pt x="242769" y="26789"/>
                    <a:pt x="242769" y="27682"/>
                    <a:pt x="242769" y="27682"/>
                  </a:cubicBezTo>
                  <a:cubicBezTo>
                    <a:pt x="242769" y="27682"/>
                    <a:pt x="241876" y="27682"/>
                    <a:pt x="241876" y="27682"/>
                  </a:cubicBezTo>
                  <a:cubicBezTo>
                    <a:pt x="234736" y="20538"/>
                    <a:pt x="227596" y="16073"/>
                    <a:pt x="209745" y="16073"/>
                  </a:cubicBezTo>
                  <a:cubicBezTo>
                    <a:pt x="196357" y="16073"/>
                    <a:pt x="187432" y="26789"/>
                    <a:pt x="190110" y="46434"/>
                  </a:cubicBezTo>
                  <a:lnTo>
                    <a:pt x="266867" y="46434"/>
                  </a:lnTo>
                  <a:cubicBezTo>
                    <a:pt x="270438" y="45541"/>
                    <a:pt x="273115" y="45541"/>
                    <a:pt x="276685" y="45541"/>
                  </a:cubicBezTo>
                  <a:cubicBezTo>
                    <a:pt x="304354" y="45541"/>
                    <a:pt x="327560" y="63401"/>
                    <a:pt x="338270" y="89297"/>
                  </a:cubicBezTo>
                  <a:cubicBezTo>
                    <a:pt x="338270" y="87511"/>
                    <a:pt x="338270" y="86618"/>
                    <a:pt x="338270" y="84832"/>
                  </a:cubicBezTo>
                  <a:cubicBezTo>
                    <a:pt x="338270" y="58043"/>
                    <a:pt x="364153" y="46434"/>
                    <a:pt x="391822" y="46434"/>
                  </a:cubicBezTo>
                  <a:cubicBezTo>
                    <a:pt x="392715" y="46434"/>
                    <a:pt x="393607" y="46434"/>
                    <a:pt x="394500" y="46434"/>
                  </a:cubicBezTo>
                  <a:cubicBezTo>
                    <a:pt x="404317" y="46434"/>
                    <a:pt x="417705" y="49113"/>
                    <a:pt x="425738" y="51792"/>
                  </a:cubicBezTo>
                  <a:lnTo>
                    <a:pt x="432878" y="70545"/>
                  </a:lnTo>
                  <a:lnTo>
                    <a:pt x="441804" y="91976"/>
                  </a:lnTo>
                  <a:lnTo>
                    <a:pt x="465010" y="148233"/>
                  </a:lnTo>
                  <a:lnTo>
                    <a:pt x="467687" y="157163"/>
                  </a:lnTo>
                  <a:lnTo>
                    <a:pt x="470365" y="148233"/>
                  </a:lnTo>
                  <a:lnTo>
                    <a:pt x="499818" y="75902"/>
                  </a:lnTo>
                  <a:cubicBezTo>
                    <a:pt x="505174" y="56257"/>
                    <a:pt x="526594" y="47327"/>
                    <a:pt x="549800" y="47327"/>
                  </a:cubicBezTo>
                  <a:cubicBezTo>
                    <a:pt x="561403" y="47327"/>
                    <a:pt x="570329" y="49113"/>
                    <a:pt x="580146" y="52685"/>
                  </a:cubicBezTo>
                  <a:lnTo>
                    <a:pt x="580146" y="74116"/>
                  </a:lnTo>
                  <a:cubicBezTo>
                    <a:pt x="567651" y="65187"/>
                    <a:pt x="557833" y="59829"/>
                    <a:pt x="543553" y="59829"/>
                  </a:cubicBezTo>
                  <a:cubicBezTo>
                    <a:pt x="531057" y="59829"/>
                    <a:pt x="515884" y="65187"/>
                    <a:pt x="515884" y="83939"/>
                  </a:cubicBezTo>
                  <a:cubicBezTo>
                    <a:pt x="515884" y="98227"/>
                    <a:pt x="523917" y="100905"/>
                    <a:pt x="548908" y="112514"/>
                  </a:cubicBezTo>
                  <a:cubicBezTo>
                    <a:pt x="569436" y="121444"/>
                    <a:pt x="588179" y="131266"/>
                    <a:pt x="588179" y="153591"/>
                  </a:cubicBezTo>
                  <a:cubicBezTo>
                    <a:pt x="588179" y="191095"/>
                    <a:pt x="550693" y="197346"/>
                    <a:pt x="532842" y="198239"/>
                  </a:cubicBezTo>
                  <a:cubicBezTo>
                    <a:pt x="516777" y="198239"/>
                    <a:pt x="501604" y="194667"/>
                    <a:pt x="493571" y="187523"/>
                  </a:cubicBezTo>
                  <a:lnTo>
                    <a:pt x="493571" y="162520"/>
                  </a:lnTo>
                  <a:lnTo>
                    <a:pt x="494463" y="163413"/>
                  </a:lnTo>
                  <a:cubicBezTo>
                    <a:pt x="508744" y="176808"/>
                    <a:pt x="522132" y="183952"/>
                    <a:pt x="539090" y="183952"/>
                  </a:cubicBezTo>
                  <a:cubicBezTo>
                    <a:pt x="556048" y="183952"/>
                    <a:pt x="570329" y="175915"/>
                    <a:pt x="570329" y="160734"/>
                  </a:cubicBezTo>
                  <a:cubicBezTo>
                    <a:pt x="570329" y="147340"/>
                    <a:pt x="558726" y="140196"/>
                    <a:pt x="538197" y="131266"/>
                  </a:cubicBezTo>
                  <a:cubicBezTo>
                    <a:pt x="518562" y="122337"/>
                    <a:pt x="506066" y="116979"/>
                    <a:pt x="500711" y="102691"/>
                  </a:cubicBezTo>
                  <a:cubicBezTo>
                    <a:pt x="492678" y="122337"/>
                    <a:pt x="455192" y="212527"/>
                    <a:pt x="447159" y="232172"/>
                  </a:cubicBezTo>
                  <a:lnTo>
                    <a:pt x="427523" y="232172"/>
                  </a:lnTo>
                  <a:lnTo>
                    <a:pt x="431986" y="223242"/>
                  </a:lnTo>
                  <a:lnTo>
                    <a:pt x="436449" y="215206"/>
                  </a:lnTo>
                  <a:lnTo>
                    <a:pt x="436449" y="215206"/>
                  </a:lnTo>
                  <a:cubicBezTo>
                    <a:pt x="441804" y="205383"/>
                    <a:pt x="448944" y="190202"/>
                    <a:pt x="455192" y="175022"/>
                  </a:cubicBezTo>
                  <a:lnTo>
                    <a:pt x="416813" y="82153"/>
                  </a:lnTo>
                  <a:cubicBezTo>
                    <a:pt x="416813" y="81260"/>
                    <a:pt x="415920" y="80367"/>
                    <a:pt x="415028" y="76795"/>
                  </a:cubicBezTo>
                  <a:cubicBezTo>
                    <a:pt x="412350" y="69652"/>
                    <a:pt x="409673" y="63401"/>
                    <a:pt x="400747" y="60722"/>
                  </a:cubicBezTo>
                  <a:cubicBezTo>
                    <a:pt x="396285" y="58936"/>
                    <a:pt x="391822" y="58043"/>
                    <a:pt x="385574" y="58043"/>
                  </a:cubicBezTo>
                  <a:cubicBezTo>
                    <a:pt x="373079" y="58043"/>
                    <a:pt x="357013" y="63401"/>
                    <a:pt x="357013" y="82153"/>
                  </a:cubicBezTo>
                  <a:cubicBezTo>
                    <a:pt x="357013" y="96441"/>
                    <a:pt x="365939" y="99120"/>
                    <a:pt x="390929" y="110728"/>
                  </a:cubicBezTo>
                  <a:cubicBezTo>
                    <a:pt x="411458" y="119658"/>
                    <a:pt x="430201" y="129480"/>
                    <a:pt x="430201" y="151805"/>
                  </a:cubicBezTo>
                  <a:cubicBezTo>
                    <a:pt x="430201" y="189309"/>
                    <a:pt x="392715" y="195560"/>
                    <a:pt x="374864" y="196453"/>
                  </a:cubicBezTo>
                  <a:cubicBezTo>
                    <a:pt x="360583" y="196453"/>
                    <a:pt x="347195" y="192881"/>
                    <a:pt x="338270" y="187523"/>
                  </a:cubicBezTo>
                  <a:lnTo>
                    <a:pt x="338270" y="164306"/>
                  </a:lnTo>
                  <a:close/>
                  <a:moveTo>
                    <a:pt x="434664" y="70545"/>
                  </a:moveTo>
                  <a:cubicBezTo>
                    <a:pt x="434664" y="71438"/>
                    <a:pt x="435556" y="72331"/>
                    <a:pt x="435556" y="73223"/>
                  </a:cubicBezTo>
                  <a:lnTo>
                    <a:pt x="443589" y="91976"/>
                  </a:lnTo>
                  <a:lnTo>
                    <a:pt x="434664" y="70545"/>
                  </a:lnTo>
                  <a:close/>
                  <a:moveTo>
                    <a:pt x="432878" y="224135"/>
                  </a:moveTo>
                  <a:cubicBezTo>
                    <a:pt x="433771" y="222349"/>
                    <a:pt x="435556" y="219670"/>
                    <a:pt x="437341" y="216098"/>
                  </a:cubicBezTo>
                  <a:lnTo>
                    <a:pt x="432878" y="224135"/>
                  </a:lnTo>
                  <a:close/>
                  <a:moveTo>
                    <a:pt x="417705" y="82153"/>
                  </a:moveTo>
                  <a:cubicBezTo>
                    <a:pt x="418598" y="83046"/>
                    <a:pt x="416813" y="80367"/>
                    <a:pt x="416813" y="80367"/>
                  </a:cubicBezTo>
                  <a:lnTo>
                    <a:pt x="417705" y="82153"/>
                  </a:lnTo>
                  <a:close/>
                  <a:moveTo>
                    <a:pt x="230274" y="123230"/>
                  </a:moveTo>
                  <a:cubicBezTo>
                    <a:pt x="231166" y="157163"/>
                    <a:pt x="252587" y="184845"/>
                    <a:pt x="277578" y="183952"/>
                  </a:cubicBezTo>
                  <a:cubicBezTo>
                    <a:pt x="303461" y="183059"/>
                    <a:pt x="323990" y="155377"/>
                    <a:pt x="323097" y="121444"/>
                  </a:cubicBezTo>
                  <a:cubicBezTo>
                    <a:pt x="322204" y="87511"/>
                    <a:pt x="300784" y="59829"/>
                    <a:pt x="275793" y="60722"/>
                  </a:cubicBezTo>
                  <a:cubicBezTo>
                    <a:pt x="249909" y="60722"/>
                    <a:pt x="229381" y="89297"/>
                    <a:pt x="230274" y="123230"/>
                  </a:cubicBezTo>
                  <a:moveTo>
                    <a:pt x="0" y="26789"/>
                  </a:moveTo>
                  <a:lnTo>
                    <a:pt x="0" y="26789"/>
                  </a:lnTo>
                  <a:lnTo>
                    <a:pt x="0" y="3572"/>
                  </a:lnTo>
                  <a:lnTo>
                    <a:pt x="22313" y="3572"/>
                  </a:lnTo>
                  <a:lnTo>
                    <a:pt x="22313" y="25896"/>
                  </a:lnTo>
                  <a:lnTo>
                    <a:pt x="22313" y="25896"/>
                  </a:lnTo>
                  <a:lnTo>
                    <a:pt x="22313" y="168771"/>
                  </a:lnTo>
                  <a:lnTo>
                    <a:pt x="22313" y="169664"/>
                  </a:lnTo>
                  <a:lnTo>
                    <a:pt x="22313" y="191988"/>
                  </a:lnTo>
                  <a:lnTo>
                    <a:pt x="0" y="191988"/>
                  </a:lnTo>
                  <a:lnTo>
                    <a:pt x="0" y="169664"/>
                  </a:lnTo>
                  <a:lnTo>
                    <a:pt x="0" y="169664"/>
                  </a:lnTo>
                  <a:lnTo>
                    <a:pt x="0" y="26789"/>
                  </a:lnTo>
                  <a:close/>
                  <a:moveTo>
                    <a:pt x="610493" y="10716"/>
                  </a:moveTo>
                  <a:lnTo>
                    <a:pt x="614955" y="10716"/>
                  </a:lnTo>
                  <a:cubicBezTo>
                    <a:pt x="616740" y="10716"/>
                    <a:pt x="618525" y="11609"/>
                    <a:pt x="618525" y="13395"/>
                  </a:cubicBezTo>
                  <a:cubicBezTo>
                    <a:pt x="618525" y="15181"/>
                    <a:pt x="616740" y="16073"/>
                    <a:pt x="615848" y="16073"/>
                  </a:cubicBezTo>
                  <a:lnTo>
                    <a:pt x="611385" y="16073"/>
                  </a:lnTo>
                  <a:lnTo>
                    <a:pt x="611385" y="10716"/>
                  </a:lnTo>
                  <a:close/>
                  <a:moveTo>
                    <a:pt x="606922" y="27682"/>
                  </a:moveTo>
                  <a:lnTo>
                    <a:pt x="610493" y="27682"/>
                  </a:lnTo>
                  <a:lnTo>
                    <a:pt x="610493" y="19645"/>
                  </a:lnTo>
                  <a:lnTo>
                    <a:pt x="614955" y="19645"/>
                  </a:lnTo>
                  <a:lnTo>
                    <a:pt x="618525" y="27682"/>
                  </a:lnTo>
                  <a:lnTo>
                    <a:pt x="622988" y="27682"/>
                  </a:lnTo>
                  <a:lnTo>
                    <a:pt x="619418" y="18752"/>
                  </a:lnTo>
                  <a:cubicBezTo>
                    <a:pt x="620310" y="17859"/>
                    <a:pt x="622988" y="16966"/>
                    <a:pt x="622988" y="13395"/>
                  </a:cubicBezTo>
                  <a:cubicBezTo>
                    <a:pt x="622988" y="7144"/>
                    <a:pt x="618525" y="7144"/>
                    <a:pt x="614955" y="7144"/>
                  </a:cubicBezTo>
                  <a:lnTo>
                    <a:pt x="607815" y="7144"/>
                  </a:lnTo>
                  <a:lnTo>
                    <a:pt x="607815" y="27682"/>
                  </a:lnTo>
                  <a:close/>
                  <a:moveTo>
                    <a:pt x="597105" y="17859"/>
                  </a:moveTo>
                  <a:cubicBezTo>
                    <a:pt x="597105" y="8930"/>
                    <a:pt x="604245" y="1786"/>
                    <a:pt x="613170" y="1786"/>
                  </a:cubicBezTo>
                  <a:cubicBezTo>
                    <a:pt x="622095" y="1786"/>
                    <a:pt x="629236" y="8930"/>
                    <a:pt x="629236" y="17859"/>
                  </a:cubicBezTo>
                  <a:cubicBezTo>
                    <a:pt x="629236" y="26789"/>
                    <a:pt x="622095" y="33933"/>
                    <a:pt x="613170" y="33933"/>
                  </a:cubicBezTo>
                  <a:cubicBezTo>
                    <a:pt x="605137" y="33933"/>
                    <a:pt x="597105" y="26789"/>
                    <a:pt x="597105" y="17859"/>
                  </a:cubicBezTo>
                  <a:moveTo>
                    <a:pt x="614063" y="37505"/>
                  </a:moveTo>
                  <a:cubicBezTo>
                    <a:pt x="624773" y="37505"/>
                    <a:pt x="632806" y="28575"/>
                    <a:pt x="632806" y="18752"/>
                  </a:cubicBezTo>
                  <a:cubicBezTo>
                    <a:pt x="632806" y="8037"/>
                    <a:pt x="623881" y="0"/>
                    <a:pt x="614063" y="0"/>
                  </a:cubicBezTo>
                  <a:cubicBezTo>
                    <a:pt x="603352" y="0"/>
                    <a:pt x="595319" y="8930"/>
                    <a:pt x="595319" y="18752"/>
                  </a:cubicBezTo>
                  <a:cubicBezTo>
                    <a:pt x="594427" y="28575"/>
                    <a:pt x="603352" y="37505"/>
                    <a:pt x="614063" y="37505"/>
                  </a:cubicBezTo>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nvGrpSpPr>
            <p:cNvPr id="9" name="Graphic 27">
              <a:extLst>
                <a:ext uri="{FF2B5EF4-FFF2-40B4-BE49-F238E27FC236}">
                  <a16:creationId xmlns:a16="http://schemas.microsoft.com/office/drawing/2014/main" id="{83A142AD-B6DB-434E-96C7-7A26EF8610DB}"/>
                </a:ext>
              </a:extLst>
            </p:cNvPr>
            <p:cNvGrpSpPr/>
            <p:nvPr/>
          </p:nvGrpSpPr>
          <p:grpSpPr>
            <a:xfrm>
              <a:off x="5673009" y="1856926"/>
              <a:ext cx="1026412" cy="131266"/>
              <a:chOff x="5673009" y="1856926"/>
              <a:chExt cx="1026412" cy="131266"/>
            </a:xfrm>
            <a:grpFill/>
          </p:grpSpPr>
          <p:sp>
            <p:nvSpPr>
              <p:cNvPr id="11" name="Freeform 9">
                <a:extLst>
                  <a:ext uri="{FF2B5EF4-FFF2-40B4-BE49-F238E27FC236}">
                    <a16:creationId xmlns:a16="http://schemas.microsoft.com/office/drawing/2014/main" id="{E82FA7DF-5C71-4139-80B6-7E9598527A81}"/>
                  </a:ext>
                </a:extLst>
              </p:cNvPr>
              <p:cNvSpPr/>
              <p:nvPr/>
            </p:nvSpPr>
            <p:spPr>
              <a:xfrm>
                <a:off x="5673009" y="1856926"/>
                <a:ext cx="97286" cy="129480"/>
              </a:xfrm>
              <a:custGeom>
                <a:avLst/>
                <a:gdLst>
                  <a:gd name="connsiteX0" fmla="*/ 96394 w 97286"/>
                  <a:gd name="connsiteY0" fmla="*/ 124123 h 129480"/>
                  <a:gd name="connsiteX1" fmla="*/ 64262 w 97286"/>
                  <a:gd name="connsiteY1" fmla="*/ 129480 h 129480"/>
                  <a:gd name="connsiteX2" fmla="*/ 0 w 97286"/>
                  <a:gd name="connsiteY2" fmla="*/ 66080 h 129480"/>
                  <a:gd name="connsiteX3" fmla="*/ 66940 w 97286"/>
                  <a:gd name="connsiteY3" fmla="*/ 0 h 129480"/>
                  <a:gd name="connsiteX4" fmla="*/ 97286 w 97286"/>
                  <a:gd name="connsiteY4" fmla="*/ 5358 h 129480"/>
                  <a:gd name="connsiteX5" fmla="*/ 91931 w 97286"/>
                  <a:gd name="connsiteY5" fmla="*/ 23217 h 129480"/>
                  <a:gd name="connsiteX6" fmla="*/ 67832 w 97286"/>
                  <a:gd name="connsiteY6" fmla="*/ 18752 h 129480"/>
                  <a:gd name="connsiteX7" fmla="*/ 24098 w 97286"/>
                  <a:gd name="connsiteY7" fmla="*/ 65187 h 129480"/>
                  <a:gd name="connsiteX8" fmla="*/ 67832 w 97286"/>
                  <a:gd name="connsiteY8" fmla="*/ 110728 h 129480"/>
                  <a:gd name="connsiteX9" fmla="*/ 92823 w 97286"/>
                  <a:gd name="connsiteY9" fmla="*/ 106263 h 129480"/>
                  <a:gd name="connsiteX10" fmla="*/ 96394 w 97286"/>
                  <a:gd name="connsiteY10" fmla="*/ 124123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9480">
                    <a:moveTo>
                      <a:pt x="96394" y="124123"/>
                    </a:moveTo>
                    <a:cubicBezTo>
                      <a:pt x="91038" y="126802"/>
                      <a:pt x="79435" y="129480"/>
                      <a:pt x="64262" y="129480"/>
                    </a:cubicBezTo>
                    <a:cubicBezTo>
                      <a:pt x="24098" y="129480"/>
                      <a:pt x="0" y="104477"/>
                      <a:pt x="0" y="66080"/>
                    </a:cubicBezTo>
                    <a:cubicBezTo>
                      <a:pt x="0" y="25003"/>
                      <a:pt x="28561" y="0"/>
                      <a:pt x="66940" y="0"/>
                    </a:cubicBezTo>
                    <a:cubicBezTo>
                      <a:pt x="82113" y="0"/>
                      <a:pt x="92823" y="3572"/>
                      <a:pt x="97286" y="5358"/>
                    </a:cubicBezTo>
                    <a:lnTo>
                      <a:pt x="91931" y="23217"/>
                    </a:lnTo>
                    <a:cubicBezTo>
                      <a:pt x="85683" y="20538"/>
                      <a:pt x="77650" y="18752"/>
                      <a:pt x="67832" y="18752"/>
                    </a:cubicBezTo>
                    <a:cubicBezTo>
                      <a:pt x="41949" y="18752"/>
                      <a:pt x="24098" y="34826"/>
                      <a:pt x="24098" y="65187"/>
                    </a:cubicBezTo>
                    <a:cubicBezTo>
                      <a:pt x="24098" y="92869"/>
                      <a:pt x="40164" y="110728"/>
                      <a:pt x="67832" y="110728"/>
                    </a:cubicBezTo>
                    <a:cubicBezTo>
                      <a:pt x="76758" y="110728"/>
                      <a:pt x="86576" y="108942"/>
                      <a:pt x="92823" y="106263"/>
                    </a:cubicBezTo>
                    <a:lnTo>
                      <a:pt x="96394" y="12412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2" name="Freeform 10">
                <a:extLst>
                  <a:ext uri="{FF2B5EF4-FFF2-40B4-BE49-F238E27FC236}">
                    <a16:creationId xmlns:a16="http://schemas.microsoft.com/office/drawing/2014/main" id="{D7CF2893-1D79-4695-A346-648B4329A2E1}"/>
                  </a:ext>
                </a:extLst>
              </p:cNvPr>
              <p:cNvSpPr/>
              <p:nvPr/>
            </p:nvSpPr>
            <p:spPr>
              <a:xfrm>
                <a:off x="5779220" y="1858691"/>
                <a:ext cx="117814" cy="128608"/>
              </a:xfrm>
              <a:custGeom>
                <a:avLst/>
                <a:gdLst>
                  <a:gd name="connsiteX0" fmla="*/ 117814 w 117814"/>
                  <a:gd name="connsiteY0" fmla="*/ 62529 h 128608"/>
                  <a:gd name="connsiteX1" fmla="*/ 58015 w 117814"/>
                  <a:gd name="connsiteY1" fmla="*/ 128609 h 128608"/>
                  <a:gd name="connsiteX2" fmla="*/ 0 w 117814"/>
                  <a:gd name="connsiteY2" fmla="*/ 65208 h 128608"/>
                  <a:gd name="connsiteX3" fmla="*/ 59800 w 117814"/>
                  <a:gd name="connsiteY3" fmla="*/ 21 h 128608"/>
                  <a:gd name="connsiteX4" fmla="*/ 117814 w 117814"/>
                  <a:gd name="connsiteY4" fmla="*/ 62529 h 128608"/>
                  <a:gd name="connsiteX5" fmla="*/ 24098 w 117814"/>
                  <a:gd name="connsiteY5" fmla="*/ 64315 h 128608"/>
                  <a:gd name="connsiteX6" fmla="*/ 58907 w 117814"/>
                  <a:gd name="connsiteY6" fmla="*/ 109856 h 128608"/>
                  <a:gd name="connsiteX7" fmla="*/ 93716 w 117814"/>
                  <a:gd name="connsiteY7" fmla="*/ 63422 h 128608"/>
                  <a:gd name="connsiteX8" fmla="*/ 58907 w 117814"/>
                  <a:gd name="connsiteY8" fmla="*/ 16987 h 128608"/>
                  <a:gd name="connsiteX9" fmla="*/ 24098 w 117814"/>
                  <a:gd name="connsiteY9" fmla="*/ 64315 h 1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14" h="128608">
                    <a:moveTo>
                      <a:pt x="117814" y="62529"/>
                    </a:moveTo>
                    <a:cubicBezTo>
                      <a:pt x="117814" y="104498"/>
                      <a:pt x="91931" y="128609"/>
                      <a:pt x="58015" y="128609"/>
                    </a:cubicBezTo>
                    <a:cubicBezTo>
                      <a:pt x="22313" y="128609"/>
                      <a:pt x="0" y="101819"/>
                      <a:pt x="0" y="65208"/>
                    </a:cubicBezTo>
                    <a:cubicBezTo>
                      <a:pt x="0" y="26810"/>
                      <a:pt x="24098" y="21"/>
                      <a:pt x="59800" y="21"/>
                    </a:cubicBezTo>
                    <a:cubicBezTo>
                      <a:pt x="95501" y="-872"/>
                      <a:pt x="117814" y="26810"/>
                      <a:pt x="117814" y="62529"/>
                    </a:cubicBezTo>
                    <a:close/>
                    <a:moveTo>
                      <a:pt x="24098" y="64315"/>
                    </a:moveTo>
                    <a:cubicBezTo>
                      <a:pt x="24098" y="90211"/>
                      <a:pt x="36594" y="109856"/>
                      <a:pt x="58907" y="109856"/>
                    </a:cubicBezTo>
                    <a:cubicBezTo>
                      <a:pt x="81221" y="109856"/>
                      <a:pt x="93716" y="89318"/>
                      <a:pt x="93716" y="63422"/>
                    </a:cubicBezTo>
                    <a:cubicBezTo>
                      <a:pt x="93716" y="40205"/>
                      <a:pt x="82113" y="16987"/>
                      <a:pt x="58907" y="16987"/>
                    </a:cubicBezTo>
                    <a:cubicBezTo>
                      <a:pt x="35701" y="16987"/>
                      <a:pt x="24098" y="38419"/>
                      <a:pt x="24098" y="64315"/>
                    </a:cubicBez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3" name="Freeform 11">
                <a:extLst>
                  <a:ext uri="{FF2B5EF4-FFF2-40B4-BE49-F238E27FC236}">
                    <a16:creationId xmlns:a16="http://schemas.microsoft.com/office/drawing/2014/main" id="{987918F9-73A4-4A4A-B249-99D5A2964326}"/>
                  </a:ext>
                </a:extLst>
              </p:cNvPr>
              <p:cNvSpPr/>
              <p:nvPr/>
            </p:nvSpPr>
            <p:spPr>
              <a:xfrm>
                <a:off x="5913100" y="1859605"/>
                <a:ext cx="99070" cy="125015"/>
              </a:xfrm>
              <a:custGeom>
                <a:avLst/>
                <a:gdLst>
                  <a:gd name="connsiteX0" fmla="*/ 0 w 99070"/>
                  <a:gd name="connsiteY0" fmla="*/ 125016 h 125015"/>
                  <a:gd name="connsiteX1" fmla="*/ 0 w 99070"/>
                  <a:gd name="connsiteY1" fmla="*/ 0 h 125015"/>
                  <a:gd name="connsiteX2" fmla="*/ 25883 w 99070"/>
                  <a:gd name="connsiteY2" fmla="*/ 0 h 125015"/>
                  <a:gd name="connsiteX3" fmla="*/ 58015 w 99070"/>
                  <a:gd name="connsiteY3" fmla="*/ 53578 h 125015"/>
                  <a:gd name="connsiteX4" fmla="*/ 79435 w 99070"/>
                  <a:gd name="connsiteY4" fmla="*/ 95548 h 125015"/>
                  <a:gd name="connsiteX5" fmla="*/ 79435 w 99070"/>
                  <a:gd name="connsiteY5" fmla="*/ 95548 h 125015"/>
                  <a:gd name="connsiteX6" fmla="*/ 77650 w 99070"/>
                  <a:gd name="connsiteY6" fmla="*/ 43755 h 125015"/>
                  <a:gd name="connsiteX7" fmla="*/ 77650 w 99070"/>
                  <a:gd name="connsiteY7" fmla="*/ 0 h 125015"/>
                  <a:gd name="connsiteX8" fmla="*/ 99071 w 99070"/>
                  <a:gd name="connsiteY8" fmla="*/ 0 h 125015"/>
                  <a:gd name="connsiteX9" fmla="*/ 99071 w 99070"/>
                  <a:gd name="connsiteY9" fmla="*/ 125016 h 125015"/>
                  <a:gd name="connsiteX10" fmla="*/ 75865 w 99070"/>
                  <a:gd name="connsiteY10" fmla="*/ 125016 h 125015"/>
                  <a:gd name="connsiteX11" fmla="*/ 42841 w 99070"/>
                  <a:gd name="connsiteY11" fmla="*/ 69652 h 125015"/>
                  <a:gd name="connsiteX12" fmla="*/ 20528 w 99070"/>
                  <a:gd name="connsiteY12" fmla="*/ 26789 h 125015"/>
                  <a:gd name="connsiteX13" fmla="*/ 19636 w 99070"/>
                  <a:gd name="connsiteY13" fmla="*/ 26789 h 125015"/>
                  <a:gd name="connsiteX14" fmla="*/ 20528 w 99070"/>
                  <a:gd name="connsiteY14" fmla="*/ 80367 h 125015"/>
                  <a:gd name="connsiteX15" fmla="*/ 20528 w 99070"/>
                  <a:gd name="connsiteY15" fmla="*/ 125016 h 125015"/>
                  <a:gd name="connsiteX16" fmla="*/ 0 w 99070"/>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0" h="125015">
                    <a:moveTo>
                      <a:pt x="0" y="125016"/>
                    </a:moveTo>
                    <a:lnTo>
                      <a:pt x="0" y="0"/>
                    </a:lnTo>
                    <a:lnTo>
                      <a:pt x="25883" y="0"/>
                    </a:lnTo>
                    <a:lnTo>
                      <a:pt x="58015" y="53578"/>
                    </a:lnTo>
                    <a:cubicBezTo>
                      <a:pt x="66047" y="67866"/>
                      <a:pt x="73188" y="82153"/>
                      <a:pt x="79435" y="95548"/>
                    </a:cubicBezTo>
                    <a:lnTo>
                      <a:pt x="79435" y="95548"/>
                    </a:lnTo>
                    <a:cubicBezTo>
                      <a:pt x="77650" y="78581"/>
                      <a:pt x="77650" y="62508"/>
                      <a:pt x="77650" y="43755"/>
                    </a:cubicBezTo>
                    <a:lnTo>
                      <a:pt x="77650" y="0"/>
                    </a:lnTo>
                    <a:lnTo>
                      <a:pt x="99071" y="0"/>
                    </a:lnTo>
                    <a:lnTo>
                      <a:pt x="99071" y="125016"/>
                    </a:lnTo>
                    <a:lnTo>
                      <a:pt x="75865" y="125016"/>
                    </a:lnTo>
                    <a:lnTo>
                      <a:pt x="42841"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4" name="Freeform 12">
                <a:extLst>
                  <a:ext uri="{FF2B5EF4-FFF2-40B4-BE49-F238E27FC236}">
                    <a16:creationId xmlns:a16="http://schemas.microsoft.com/office/drawing/2014/main" id="{CF70D5C5-E4A5-4D6B-8B42-42448833FFCD}"/>
                  </a:ext>
                </a:extLst>
              </p:cNvPr>
              <p:cNvSpPr/>
              <p:nvPr/>
            </p:nvSpPr>
            <p:spPr>
              <a:xfrm>
                <a:off x="6030915" y="1858712"/>
                <a:ext cx="81220" cy="129480"/>
              </a:xfrm>
              <a:custGeom>
                <a:avLst/>
                <a:gdLst>
                  <a:gd name="connsiteX0" fmla="*/ 3570 w 81220"/>
                  <a:gd name="connsiteY0" fmla="*/ 101798 h 129480"/>
                  <a:gd name="connsiteX1" fmla="*/ 33916 w 81220"/>
                  <a:gd name="connsiteY1" fmla="*/ 109835 h 129480"/>
                  <a:gd name="connsiteX2" fmla="*/ 57122 w 81220"/>
                  <a:gd name="connsiteY2" fmla="*/ 92869 h 129480"/>
                  <a:gd name="connsiteX3" fmla="*/ 34809 w 81220"/>
                  <a:gd name="connsiteY3" fmla="*/ 72330 h 129480"/>
                  <a:gd name="connsiteX4" fmla="*/ 893 w 81220"/>
                  <a:gd name="connsiteY4" fmla="*/ 35719 h 129480"/>
                  <a:gd name="connsiteX5" fmla="*/ 45519 w 81220"/>
                  <a:gd name="connsiteY5" fmla="*/ 0 h 129480"/>
                  <a:gd name="connsiteX6" fmla="*/ 75865 w 81220"/>
                  <a:gd name="connsiteY6" fmla="*/ 6251 h 129480"/>
                  <a:gd name="connsiteX7" fmla="*/ 70510 w 81220"/>
                  <a:gd name="connsiteY7" fmla="*/ 25003 h 129480"/>
                  <a:gd name="connsiteX8" fmla="*/ 45519 w 81220"/>
                  <a:gd name="connsiteY8" fmla="*/ 18752 h 129480"/>
                  <a:gd name="connsiteX9" fmla="*/ 24991 w 81220"/>
                  <a:gd name="connsiteY9" fmla="*/ 33933 h 129480"/>
                  <a:gd name="connsiteX10" fmla="*/ 49089 w 81220"/>
                  <a:gd name="connsiteY10" fmla="*/ 54471 h 129480"/>
                  <a:gd name="connsiteX11" fmla="*/ 81221 w 81220"/>
                  <a:gd name="connsiteY11" fmla="*/ 91976 h 129480"/>
                  <a:gd name="connsiteX12" fmla="*/ 33916 w 81220"/>
                  <a:gd name="connsiteY12" fmla="*/ 129480 h 129480"/>
                  <a:gd name="connsiteX13" fmla="*/ 0 w 81220"/>
                  <a:gd name="connsiteY13" fmla="*/ 121444 h 129480"/>
                  <a:gd name="connsiteX14" fmla="*/ 3570 w 81220"/>
                  <a:gd name="connsiteY14" fmla="*/ 101798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20" h="129480">
                    <a:moveTo>
                      <a:pt x="3570" y="101798"/>
                    </a:moveTo>
                    <a:cubicBezTo>
                      <a:pt x="10711" y="106263"/>
                      <a:pt x="22313" y="109835"/>
                      <a:pt x="33916" y="109835"/>
                    </a:cubicBezTo>
                    <a:cubicBezTo>
                      <a:pt x="48197" y="109835"/>
                      <a:pt x="57122" y="102691"/>
                      <a:pt x="57122" y="92869"/>
                    </a:cubicBezTo>
                    <a:cubicBezTo>
                      <a:pt x="57122" y="83046"/>
                      <a:pt x="50874" y="77688"/>
                      <a:pt x="34809" y="72330"/>
                    </a:cubicBezTo>
                    <a:cubicBezTo>
                      <a:pt x="14281" y="65187"/>
                      <a:pt x="893" y="53578"/>
                      <a:pt x="893" y="35719"/>
                    </a:cubicBezTo>
                    <a:cubicBezTo>
                      <a:pt x="893" y="15180"/>
                      <a:pt x="17851" y="0"/>
                      <a:pt x="45519" y="0"/>
                    </a:cubicBezTo>
                    <a:cubicBezTo>
                      <a:pt x="58907" y="0"/>
                      <a:pt x="68725" y="2679"/>
                      <a:pt x="75865" y="6251"/>
                    </a:cubicBezTo>
                    <a:lnTo>
                      <a:pt x="70510" y="25003"/>
                    </a:lnTo>
                    <a:cubicBezTo>
                      <a:pt x="66047" y="22324"/>
                      <a:pt x="57122" y="18752"/>
                      <a:pt x="45519" y="18752"/>
                    </a:cubicBezTo>
                    <a:cubicBezTo>
                      <a:pt x="31239" y="18752"/>
                      <a:pt x="24991" y="26789"/>
                      <a:pt x="24991" y="33933"/>
                    </a:cubicBezTo>
                    <a:cubicBezTo>
                      <a:pt x="24991" y="43755"/>
                      <a:pt x="32131" y="48220"/>
                      <a:pt x="49089" y="54471"/>
                    </a:cubicBezTo>
                    <a:cubicBezTo>
                      <a:pt x="70510" y="62508"/>
                      <a:pt x="81221" y="73223"/>
                      <a:pt x="81221" y="91976"/>
                    </a:cubicBezTo>
                    <a:cubicBezTo>
                      <a:pt x="81221" y="111621"/>
                      <a:pt x="66047" y="129480"/>
                      <a:pt x="33916" y="129480"/>
                    </a:cubicBezTo>
                    <a:cubicBezTo>
                      <a:pt x="20528" y="129480"/>
                      <a:pt x="7140" y="125909"/>
                      <a:pt x="0" y="121444"/>
                    </a:cubicBezTo>
                    <a:lnTo>
                      <a:pt x="3570" y="101798"/>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5" name="Freeform 13">
                <a:extLst>
                  <a:ext uri="{FF2B5EF4-FFF2-40B4-BE49-F238E27FC236}">
                    <a16:creationId xmlns:a16="http://schemas.microsoft.com/office/drawing/2014/main" id="{85263C41-E19A-4FD5-B725-09B6FAA34AC3}"/>
                  </a:ext>
                </a:extLst>
              </p:cNvPr>
              <p:cNvSpPr/>
              <p:nvPr/>
            </p:nvSpPr>
            <p:spPr>
              <a:xfrm>
                <a:off x="6129093" y="1859605"/>
                <a:ext cx="97286" cy="126801"/>
              </a:xfrm>
              <a:custGeom>
                <a:avLst/>
                <a:gdLst>
                  <a:gd name="connsiteX0" fmla="*/ 21421 w 97286"/>
                  <a:gd name="connsiteY0" fmla="*/ 0 h 126801"/>
                  <a:gd name="connsiteX1" fmla="*/ 21421 w 97286"/>
                  <a:gd name="connsiteY1" fmla="*/ 73223 h 126801"/>
                  <a:gd name="connsiteX2" fmla="*/ 47304 w 97286"/>
                  <a:gd name="connsiteY2" fmla="*/ 108942 h 126801"/>
                  <a:gd name="connsiteX3" fmla="*/ 74080 w 97286"/>
                  <a:gd name="connsiteY3" fmla="*/ 73223 h 126801"/>
                  <a:gd name="connsiteX4" fmla="*/ 74080 w 97286"/>
                  <a:gd name="connsiteY4" fmla="*/ 0 h 126801"/>
                  <a:gd name="connsiteX5" fmla="*/ 97286 w 97286"/>
                  <a:gd name="connsiteY5" fmla="*/ 0 h 126801"/>
                  <a:gd name="connsiteX6" fmla="*/ 97286 w 97286"/>
                  <a:gd name="connsiteY6" fmla="*/ 71438 h 126801"/>
                  <a:gd name="connsiteX7" fmla="*/ 47304 w 97286"/>
                  <a:gd name="connsiteY7" fmla="*/ 126802 h 126801"/>
                  <a:gd name="connsiteX8" fmla="*/ 0 w 97286"/>
                  <a:gd name="connsiteY8" fmla="*/ 71438 h 126801"/>
                  <a:gd name="connsiteX9" fmla="*/ 0 w 97286"/>
                  <a:gd name="connsiteY9" fmla="*/ 0 h 126801"/>
                  <a:gd name="connsiteX10" fmla="*/ 21421 w 97286"/>
                  <a:gd name="connsiteY10" fmla="*/ 0 h 1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6801">
                    <a:moveTo>
                      <a:pt x="21421" y="0"/>
                    </a:moveTo>
                    <a:lnTo>
                      <a:pt x="21421" y="73223"/>
                    </a:lnTo>
                    <a:cubicBezTo>
                      <a:pt x="21421" y="97334"/>
                      <a:pt x="31239" y="108942"/>
                      <a:pt x="47304" y="108942"/>
                    </a:cubicBezTo>
                    <a:cubicBezTo>
                      <a:pt x="64262" y="108942"/>
                      <a:pt x="74080" y="97334"/>
                      <a:pt x="74080" y="73223"/>
                    </a:cubicBezTo>
                    <a:lnTo>
                      <a:pt x="74080" y="0"/>
                    </a:lnTo>
                    <a:lnTo>
                      <a:pt x="97286" y="0"/>
                    </a:lnTo>
                    <a:lnTo>
                      <a:pt x="97286" y="71438"/>
                    </a:lnTo>
                    <a:cubicBezTo>
                      <a:pt x="97286" y="109835"/>
                      <a:pt x="77650" y="126802"/>
                      <a:pt x="47304" y="126802"/>
                    </a:cubicBezTo>
                    <a:cubicBezTo>
                      <a:pt x="18743" y="126802"/>
                      <a:pt x="0" y="110728"/>
                      <a:pt x="0" y="71438"/>
                    </a:cubicBezTo>
                    <a:lnTo>
                      <a:pt x="0" y="0"/>
                    </a:lnTo>
                    <a:lnTo>
                      <a:pt x="21421"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6" name="Freeform 14">
                <a:extLst>
                  <a:ext uri="{FF2B5EF4-FFF2-40B4-BE49-F238E27FC236}">
                    <a16:creationId xmlns:a16="http://schemas.microsoft.com/office/drawing/2014/main" id="{F4559A83-33D2-44E7-93C0-4CADBB91D432}"/>
                  </a:ext>
                </a:extLst>
              </p:cNvPr>
              <p:cNvSpPr/>
              <p:nvPr/>
            </p:nvSpPr>
            <p:spPr>
              <a:xfrm>
                <a:off x="6248693" y="1859605"/>
                <a:ext cx="74972" cy="125015"/>
              </a:xfrm>
              <a:custGeom>
                <a:avLst/>
                <a:gdLst>
                  <a:gd name="connsiteX0" fmla="*/ 0 w 74972"/>
                  <a:gd name="connsiteY0" fmla="*/ 0 h 125015"/>
                  <a:gd name="connsiteX1" fmla="*/ 23206 w 74972"/>
                  <a:gd name="connsiteY1" fmla="*/ 0 h 125015"/>
                  <a:gd name="connsiteX2" fmla="*/ 23206 w 74972"/>
                  <a:gd name="connsiteY2" fmla="*/ 106263 h 125015"/>
                  <a:gd name="connsiteX3" fmla="*/ 74973 w 74972"/>
                  <a:gd name="connsiteY3" fmla="*/ 106263 h 125015"/>
                  <a:gd name="connsiteX4" fmla="*/ 74973 w 74972"/>
                  <a:gd name="connsiteY4" fmla="*/ 125016 h 125015"/>
                  <a:gd name="connsiteX5" fmla="*/ 893 w 74972"/>
                  <a:gd name="connsiteY5" fmla="*/ 125016 h 125015"/>
                  <a:gd name="connsiteX6" fmla="*/ 893 w 74972"/>
                  <a:gd name="connsiteY6" fmla="*/ 0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72" h="125015">
                    <a:moveTo>
                      <a:pt x="0" y="0"/>
                    </a:moveTo>
                    <a:lnTo>
                      <a:pt x="23206" y="0"/>
                    </a:lnTo>
                    <a:lnTo>
                      <a:pt x="23206" y="106263"/>
                    </a:lnTo>
                    <a:lnTo>
                      <a:pt x="74973" y="106263"/>
                    </a:lnTo>
                    <a:lnTo>
                      <a:pt x="74973" y="125016"/>
                    </a:lnTo>
                    <a:lnTo>
                      <a:pt x="893" y="125016"/>
                    </a:lnTo>
                    <a:lnTo>
                      <a:pt x="893"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7" name="Freeform 15">
                <a:extLst>
                  <a:ext uri="{FF2B5EF4-FFF2-40B4-BE49-F238E27FC236}">
                    <a16:creationId xmlns:a16="http://schemas.microsoft.com/office/drawing/2014/main" id="{355C69CC-858F-4E17-86D9-F244E5B0BD9E}"/>
                  </a:ext>
                </a:extLst>
              </p:cNvPr>
              <p:cNvSpPr/>
              <p:nvPr/>
            </p:nvSpPr>
            <p:spPr>
              <a:xfrm>
                <a:off x="6324558" y="1859605"/>
                <a:ext cx="94608" cy="125015"/>
              </a:xfrm>
              <a:custGeom>
                <a:avLst/>
                <a:gdLst>
                  <a:gd name="connsiteX0" fmla="*/ 35701 w 94608"/>
                  <a:gd name="connsiteY0" fmla="*/ 19645 h 125015"/>
                  <a:gd name="connsiteX1" fmla="*/ 0 w 94608"/>
                  <a:gd name="connsiteY1" fmla="*/ 19645 h 125015"/>
                  <a:gd name="connsiteX2" fmla="*/ 0 w 94608"/>
                  <a:gd name="connsiteY2" fmla="*/ 0 h 125015"/>
                  <a:gd name="connsiteX3" fmla="*/ 94609 w 94608"/>
                  <a:gd name="connsiteY3" fmla="*/ 0 h 125015"/>
                  <a:gd name="connsiteX4" fmla="*/ 94609 w 94608"/>
                  <a:gd name="connsiteY4" fmla="*/ 18752 h 125015"/>
                  <a:gd name="connsiteX5" fmla="*/ 58907 w 94608"/>
                  <a:gd name="connsiteY5" fmla="*/ 18752 h 125015"/>
                  <a:gd name="connsiteX6" fmla="*/ 58907 w 94608"/>
                  <a:gd name="connsiteY6" fmla="*/ 125016 h 125015"/>
                  <a:gd name="connsiteX7" fmla="*/ 35701 w 94608"/>
                  <a:gd name="connsiteY7" fmla="*/ 125016 h 125015"/>
                  <a:gd name="connsiteX8" fmla="*/ 35701 w 94608"/>
                  <a:gd name="connsiteY8" fmla="*/ 19645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608" h="125015">
                    <a:moveTo>
                      <a:pt x="35701" y="19645"/>
                    </a:moveTo>
                    <a:lnTo>
                      <a:pt x="0" y="19645"/>
                    </a:lnTo>
                    <a:lnTo>
                      <a:pt x="0" y="0"/>
                    </a:lnTo>
                    <a:lnTo>
                      <a:pt x="94609" y="0"/>
                    </a:lnTo>
                    <a:lnTo>
                      <a:pt x="94609" y="18752"/>
                    </a:lnTo>
                    <a:lnTo>
                      <a:pt x="58907" y="18752"/>
                    </a:lnTo>
                    <a:lnTo>
                      <a:pt x="58907" y="125016"/>
                    </a:lnTo>
                    <a:lnTo>
                      <a:pt x="35701" y="125016"/>
                    </a:lnTo>
                    <a:lnTo>
                      <a:pt x="35701" y="19645"/>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8" name="Freeform 16">
                <a:extLst>
                  <a:ext uri="{FF2B5EF4-FFF2-40B4-BE49-F238E27FC236}">
                    <a16:creationId xmlns:a16="http://schemas.microsoft.com/office/drawing/2014/main" id="{D67B20D5-0959-4454-ACCA-591002F1DA42}"/>
                  </a:ext>
                </a:extLst>
              </p:cNvPr>
              <p:cNvSpPr/>
              <p:nvPr/>
            </p:nvSpPr>
            <p:spPr>
              <a:xfrm>
                <a:off x="6430769" y="1859605"/>
                <a:ext cx="23205" cy="125015"/>
              </a:xfrm>
              <a:custGeom>
                <a:avLst/>
                <a:gdLst>
                  <a:gd name="connsiteX0" fmla="*/ 23206 w 23205"/>
                  <a:gd name="connsiteY0" fmla="*/ 0 h 125015"/>
                  <a:gd name="connsiteX1" fmla="*/ 23206 w 23205"/>
                  <a:gd name="connsiteY1" fmla="*/ 125016 h 125015"/>
                  <a:gd name="connsiteX2" fmla="*/ 0 w 23205"/>
                  <a:gd name="connsiteY2" fmla="*/ 125016 h 125015"/>
                  <a:gd name="connsiteX3" fmla="*/ 0 w 23205"/>
                  <a:gd name="connsiteY3" fmla="*/ 0 h 125015"/>
                  <a:gd name="connsiteX4" fmla="*/ 23206 w 23205"/>
                  <a:gd name="connsiteY4" fmla="*/ 0 h 12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5" h="125015">
                    <a:moveTo>
                      <a:pt x="23206" y="0"/>
                    </a:moveTo>
                    <a:lnTo>
                      <a:pt x="23206" y="125016"/>
                    </a:lnTo>
                    <a:lnTo>
                      <a:pt x="0" y="125016"/>
                    </a:lnTo>
                    <a:lnTo>
                      <a:pt x="0" y="0"/>
                    </a:lnTo>
                    <a:lnTo>
                      <a:pt x="23206"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9" name="Freeform 17">
                <a:extLst>
                  <a:ext uri="{FF2B5EF4-FFF2-40B4-BE49-F238E27FC236}">
                    <a16:creationId xmlns:a16="http://schemas.microsoft.com/office/drawing/2014/main" id="{22391BF7-ECC8-4503-A26F-103A62EE442E}"/>
                  </a:ext>
                </a:extLst>
              </p:cNvPr>
              <p:cNvSpPr/>
              <p:nvPr/>
            </p:nvSpPr>
            <p:spPr>
              <a:xfrm>
                <a:off x="6476288" y="1859605"/>
                <a:ext cx="99071" cy="125015"/>
              </a:xfrm>
              <a:custGeom>
                <a:avLst/>
                <a:gdLst>
                  <a:gd name="connsiteX0" fmla="*/ 0 w 99071"/>
                  <a:gd name="connsiteY0" fmla="*/ 125016 h 125015"/>
                  <a:gd name="connsiteX1" fmla="*/ 0 w 99071"/>
                  <a:gd name="connsiteY1" fmla="*/ 0 h 125015"/>
                  <a:gd name="connsiteX2" fmla="*/ 25884 w 99071"/>
                  <a:gd name="connsiteY2" fmla="*/ 0 h 125015"/>
                  <a:gd name="connsiteX3" fmla="*/ 58015 w 99071"/>
                  <a:gd name="connsiteY3" fmla="*/ 53578 h 125015"/>
                  <a:gd name="connsiteX4" fmla="*/ 79436 w 99071"/>
                  <a:gd name="connsiteY4" fmla="*/ 95548 h 125015"/>
                  <a:gd name="connsiteX5" fmla="*/ 79436 w 99071"/>
                  <a:gd name="connsiteY5" fmla="*/ 95548 h 125015"/>
                  <a:gd name="connsiteX6" fmla="*/ 77650 w 99071"/>
                  <a:gd name="connsiteY6" fmla="*/ 43755 h 125015"/>
                  <a:gd name="connsiteX7" fmla="*/ 77650 w 99071"/>
                  <a:gd name="connsiteY7" fmla="*/ 0 h 125015"/>
                  <a:gd name="connsiteX8" fmla="*/ 99071 w 99071"/>
                  <a:gd name="connsiteY8" fmla="*/ 0 h 125015"/>
                  <a:gd name="connsiteX9" fmla="*/ 99071 w 99071"/>
                  <a:gd name="connsiteY9" fmla="*/ 125016 h 125015"/>
                  <a:gd name="connsiteX10" fmla="*/ 75865 w 99071"/>
                  <a:gd name="connsiteY10" fmla="*/ 125016 h 125015"/>
                  <a:gd name="connsiteX11" fmla="*/ 42842 w 99071"/>
                  <a:gd name="connsiteY11" fmla="*/ 69652 h 125015"/>
                  <a:gd name="connsiteX12" fmla="*/ 20528 w 99071"/>
                  <a:gd name="connsiteY12" fmla="*/ 26789 h 125015"/>
                  <a:gd name="connsiteX13" fmla="*/ 19636 w 99071"/>
                  <a:gd name="connsiteY13" fmla="*/ 26789 h 125015"/>
                  <a:gd name="connsiteX14" fmla="*/ 20528 w 99071"/>
                  <a:gd name="connsiteY14" fmla="*/ 80367 h 125015"/>
                  <a:gd name="connsiteX15" fmla="*/ 20528 w 99071"/>
                  <a:gd name="connsiteY15" fmla="*/ 125016 h 125015"/>
                  <a:gd name="connsiteX16" fmla="*/ 0 w 99071"/>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1" h="125015">
                    <a:moveTo>
                      <a:pt x="0" y="125016"/>
                    </a:moveTo>
                    <a:lnTo>
                      <a:pt x="0" y="0"/>
                    </a:lnTo>
                    <a:lnTo>
                      <a:pt x="25884" y="0"/>
                    </a:lnTo>
                    <a:lnTo>
                      <a:pt x="58015" y="53578"/>
                    </a:lnTo>
                    <a:cubicBezTo>
                      <a:pt x="66048" y="67866"/>
                      <a:pt x="73188" y="82153"/>
                      <a:pt x="79436" y="95548"/>
                    </a:cubicBezTo>
                    <a:lnTo>
                      <a:pt x="79436" y="95548"/>
                    </a:lnTo>
                    <a:cubicBezTo>
                      <a:pt x="77650" y="78581"/>
                      <a:pt x="77650" y="62508"/>
                      <a:pt x="77650" y="43755"/>
                    </a:cubicBezTo>
                    <a:lnTo>
                      <a:pt x="77650" y="0"/>
                    </a:lnTo>
                    <a:lnTo>
                      <a:pt x="99071" y="0"/>
                    </a:lnTo>
                    <a:lnTo>
                      <a:pt x="99071" y="125016"/>
                    </a:lnTo>
                    <a:lnTo>
                      <a:pt x="75865" y="125016"/>
                    </a:lnTo>
                    <a:lnTo>
                      <a:pt x="42842"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20" name="Freeform 18">
                <a:extLst>
                  <a:ext uri="{FF2B5EF4-FFF2-40B4-BE49-F238E27FC236}">
                    <a16:creationId xmlns:a16="http://schemas.microsoft.com/office/drawing/2014/main" id="{FB1B41F6-0A83-420F-AFB3-D32BD5CFEC52}"/>
                  </a:ext>
                </a:extLst>
              </p:cNvPr>
              <p:cNvSpPr/>
              <p:nvPr/>
            </p:nvSpPr>
            <p:spPr>
              <a:xfrm>
                <a:off x="6592318" y="1857819"/>
                <a:ext cx="107103" cy="128587"/>
              </a:xfrm>
              <a:custGeom>
                <a:avLst/>
                <a:gdLst>
                  <a:gd name="connsiteX0" fmla="*/ 107104 w 107103"/>
                  <a:gd name="connsiteY0" fmla="*/ 121444 h 128587"/>
                  <a:gd name="connsiteX1" fmla="*/ 66940 w 107103"/>
                  <a:gd name="connsiteY1" fmla="*/ 128587 h 128587"/>
                  <a:gd name="connsiteX2" fmla="*/ 17851 w 107103"/>
                  <a:gd name="connsiteY2" fmla="*/ 111621 h 128587"/>
                  <a:gd name="connsiteX3" fmla="*/ 0 w 107103"/>
                  <a:gd name="connsiteY3" fmla="*/ 65187 h 128587"/>
                  <a:gd name="connsiteX4" fmla="*/ 69618 w 107103"/>
                  <a:gd name="connsiteY4" fmla="*/ 0 h 128587"/>
                  <a:gd name="connsiteX5" fmla="*/ 102641 w 107103"/>
                  <a:gd name="connsiteY5" fmla="*/ 6251 h 128587"/>
                  <a:gd name="connsiteX6" fmla="*/ 97286 w 107103"/>
                  <a:gd name="connsiteY6" fmla="*/ 25003 h 128587"/>
                  <a:gd name="connsiteX7" fmla="*/ 68725 w 107103"/>
                  <a:gd name="connsiteY7" fmla="*/ 19645 h 128587"/>
                  <a:gd name="connsiteX8" fmla="*/ 23206 w 107103"/>
                  <a:gd name="connsiteY8" fmla="*/ 64294 h 128587"/>
                  <a:gd name="connsiteX9" fmla="*/ 66940 w 107103"/>
                  <a:gd name="connsiteY9" fmla="*/ 109835 h 128587"/>
                  <a:gd name="connsiteX10" fmla="*/ 83898 w 107103"/>
                  <a:gd name="connsiteY10" fmla="*/ 107156 h 128587"/>
                  <a:gd name="connsiteX11" fmla="*/ 83898 w 107103"/>
                  <a:gd name="connsiteY11" fmla="*/ 75902 h 128587"/>
                  <a:gd name="connsiteX12" fmla="*/ 61585 w 107103"/>
                  <a:gd name="connsiteY12" fmla="*/ 75902 h 128587"/>
                  <a:gd name="connsiteX13" fmla="*/ 61585 w 107103"/>
                  <a:gd name="connsiteY13" fmla="*/ 58043 h 128587"/>
                  <a:gd name="connsiteX14" fmla="*/ 106212 w 107103"/>
                  <a:gd name="connsiteY14" fmla="*/ 58043 h 128587"/>
                  <a:gd name="connsiteX15" fmla="*/ 106212 w 107103"/>
                  <a:gd name="connsiteY15" fmla="*/ 121444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103" h="128587">
                    <a:moveTo>
                      <a:pt x="107104" y="121444"/>
                    </a:moveTo>
                    <a:cubicBezTo>
                      <a:pt x="99071" y="124123"/>
                      <a:pt x="83898" y="128587"/>
                      <a:pt x="66940" y="128587"/>
                    </a:cubicBezTo>
                    <a:cubicBezTo>
                      <a:pt x="45519" y="128587"/>
                      <a:pt x="29454" y="123230"/>
                      <a:pt x="17851" y="111621"/>
                    </a:cubicBezTo>
                    <a:cubicBezTo>
                      <a:pt x="7140" y="100905"/>
                      <a:pt x="0" y="84832"/>
                      <a:pt x="0" y="65187"/>
                    </a:cubicBezTo>
                    <a:cubicBezTo>
                      <a:pt x="0" y="25896"/>
                      <a:pt x="28561" y="0"/>
                      <a:pt x="69618" y="0"/>
                    </a:cubicBezTo>
                    <a:cubicBezTo>
                      <a:pt x="84791" y="0"/>
                      <a:pt x="97286" y="3572"/>
                      <a:pt x="102641" y="6251"/>
                    </a:cubicBezTo>
                    <a:lnTo>
                      <a:pt x="97286" y="25003"/>
                    </a:lnTo>
                    <a:cubicBezTo>
                      <a:pt x="90146" y="22324"/>
                      <a:pt x="82113" y="19645"/>
                      <a:pt x="68725" y="19645"/>
                    </a:cubicBezTo>
                    <a:cubicBezTo>
                      <a:pt x="41949" y="19645"/>
                      <a:pt x="23206" y="35719"/>
                      <a:pt x="23206" y="64294"/>
                    </a:cubicBezTo>
                    <a:cubicBezTo>
                      <a:pt x="23206" y="92869"/>
                      <a:pt x="41057" y="109835"/>
                      <a:pt x="66940" y="109835"/>
                    </a:cubicBezTo>
                    <a:cubicBezTo>
                      <a:pt x="74973" y="109835"/>
                      <a:pt x="81221" y="108942"/>
                      <a:pt x="83898" y="107156"/>
                    </a:cubicBezTo>
                    <a:lnTo>
                      <a:pt x="83898" y="75902"/>
                    </a:lnTo>
                    <a:lnTo>
                      <a:pt x="61585" y="75902"/>
                    </a:lnTo>
                    <a:lnTo>
                      <a:pt x="61585" y="58043"/>
                    </a:lnTo>
                    <a:lnTo>
                      <a:pt x="106212" y="58043"/>
                    </a:lnTo>
                    <a:lnTo>
                      <a:pt x="106212" y="121444"/>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10" name="Freeform 8">
              <a:extLst>
                <a:ext uri="{FF2B5EF4-FFF2-40B4-BE49-F238E27FC236}">
                  <a16:creationId xmlns:a16="http://schemas.microsoft.com/office/drawing/2014/main" id="{CEADF6FA-6F03-45DB-9500-E22B4BB2FBF9}"/>
                </a:ext>
              </a:extLst>
            </p:cNvPr>
            <p:cNvSpPr/>
            <p:nvPr/>
          </p:nvSpPr>
          <p:spPr>
            <a:xfrm>
              <a:off x="5613209" y="1796204"/>
              <a:ext cx="7140" cy="196453"/>
            </a:xfrm>
            <a:custGeom>
              <a:avLst/>
              <a:gdLst>
                <a:gd name="connsiteX0" fmla="*/ 0 w 7140"/>
                <a:gd name="connsiteY0" fmla="*/ 0 h 196453"/>
                <a:gd name="connsiteX1" fmla="*/ 7140 w 7140"/>
                <a:gd name="connsiteY1" fmla="*/ 0 h 196453"/>
                <a:gd name="connsiteX2" fmla="*/ 7140 w 7140"/>
                <a:gd name="connsiteY2" fmla="*/ 196453 h 196453"/>
                <a:gd name="connsiteX3" fmla="*/ 0 w 7140"/>
                <a:gd name="connsiteY3" fmla="*/ 196453 h 196453"/>
              </a:gdLst>
              <a:ahLst/>
              <a:cxnLst>
                <a:cxn ang="0">
                  <a:pos x="connsiteX0" y="connsiteY0"/>
                </a:cxn>
                <a:cxn ang="0">
                  <a:pos x="connsiteX1" y="connsiteY1"/>
                </a:cxn>
                <a:cxn ang="0">
                  <a:pos x="connsiteX2" y="connsiteY2"/>
                </a:cxn>
                <a:cxn ang="0">
                  <a:pos x="connsiteX3" y="connsiteY3"/>
                </a:cxn>
              </a:cxnLst>
              <a:rect l="l" t="t" r="r" b="b"/>
              <a:pathLst>
                <a:path w="7140" h="196453">
                  <a:moveTo>
                    <a:pt x="0" y="0"/>
                  </a:moveTo>
                  <a:lnTo>
                    <a:pt x="7140" y="0"/>
                  </a:lnTo>
                  <a:lnTo>
                    <a:pt x="7140" y="196453"/>
                  </a:lnTo>
                  <a:lnTo>
                    <a:pt x="0" y="19645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22" name="Title Placeholder 2">
            <a:extLst>
              <a:ext uri="{FF2B5EF4-FFF2-40B4-BE49-F238E27FC236}">
                <a16:creationId xmlns:a16="http://schemas.microsoft.com/office/drawing/2014/main" id="{84317183-2665-4CAC-95AD-A93DD024B75C}"/>
              </a:ext>
            </a:extLst>
          </p:cNvPr>
          <p:cNvSpPr>
            <a:spLocks noGrp="1"/>
          </p:cNvSpPr>
          <p:nvPr>
            <p:ph type="title"/>
          </p:nvPr>
        </p:nvSpPr>
        <p:spPr>
          <a:xfrm>
            <a:off x="342900" y="274320"/>
            <a:ext cx="8455914" cy="260604"/>
          </a:xfrm>
          <a:prstGeom prst="rect">
            <a:avLst/>
          </a:prstGeom>
        </p:spPr>
        <p:txBody>
          <a:bodyPr vert="horz" lIns="0" tIns="0" rIns="0" bIns="0" rtlCol="0" anchor="t" anchorCtr="0">
            <a:noAutofit/>
          </a:bodyPr>
          <a:lstStyle/>
          <a:p>
            <a:r>
              <a:rPr lang="en-US" dirty="0"/>
              <a:t>Click to edit Master title style</a:t>
            </a:r>
          </a:p>
        </p:txBody>
      </p:sp>
      <p:sp>
        <p:nvSpPr>
          <p:cNvPr id="21" name="TextBox 20">
            <a:extLst>
              <a:ext uri="{FF2B5EF4-FFF2-40B4-BE49-F238E27FC236}">
                <a16:creationId xmlns:a16="http://schemas.microsoft.com/office/drawing/2014/main" id="{19AE4484-A4A7-4FF9-A26C-4CF9144DF46B}"/>
              </a:ext>
            </a:extLst>
          </p:cNvPr>
          <p:cNvSpPr txBox="1"/>
          <p:nvPr userDrawn="1"/>
        </p:nvSpPr>
        <p:spPr>
          <a:xfrm>
            <a:off x="342901" y="4842067"/>
            <a:ext cx="2022188" cy="104879"/>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8822796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Lst>
  <p:hf hdr="0" ftr="0" dt="0"/>
  <p:txStyles>
    <p:titleStyle>
      <a:lvl1pPr algn="l" defTabSz="685800" rtl="0" eaLnBrk="1" latinLnBrk="0" hangingPunct="1">
        <a:lnSpc>
          <a:spcPct val="100000"/>
        </a:lnSpc>
        <a:spcBef>
          <a:spcPct val="0"/>
        </a:spcBef>
        <a:buNone/>
        <a:defRPr sz="18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batsuppliers.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E1356EB-82C0-4314-9B2B-E60738F454A4}"/>
              </a:ext>
            </a:extLst>
          </p:cNvPr>
          <p:cNvSpPr>
            <a:spLocks noGrp="1"/>
          </p:cNvSpPr>
          <p:nvPr>
            <p:ph type="body" sz="quarter" idx="11"/>
          </p:nvPr>
        </p:nvSpPr>
        <p:spPr/>
        <p:txBody>
          <a:bodyPr/>
          <a:lstStyle/>
          <a:p>
            <a:r>
              <a:rPr lang="en-US" dirty="0"/>
              <a:t>Principal Consultant</a:t>
            </a:r>
          </a:p>
        </p:txBody>
      </p:sp>
      <p:sp>
        <p:nvSpPr>
          <p:cNvPr id="4" name="Text Placeholder 3">
            <a:extLst>
              <a:ext uri="{FF2B5EF4-FFF2-40B4-BE49-F238E27FC236}">
                <a16:creationId xmlns:a16="http://schemas.microsoft.com/office/drawing/2014/main" id="{959614BD-F4C5-465D-856B-9F1862F51619}"/>
              </a:ext>
            </a:extLst>
          </p:cNvPr>
          <p:cNvSpPr>
            <a:spLocks noGrp="1"/>
          </p:cNvSpPr>
          <p:nvPr>
            <p:ph type="body" sz="quarter" idx="12"/>
          </p:nvPr>
        </p:nvSpPr>
        <p:spPr>
          <a:xfrm>
            <a:off x="2130629" y="1486406"/>
            <a:ext cx="4944724" cy="3382773"/>
          </a:xfrm>
        </p:spPr>
        <p:txBody>
          <a:bodyPr/>
          <a:lstStyle/>
          <a:p>
            <a:pPr defTabSz="591077">
              <a:defRPr/>
            </a:pPr>
            <a:r>
              <a:rPr lang="de-CH" b="1" dirty="0">
                <a:solidFill>
                  <a:srgbClr val="3699DA"/>
                </a:solidFill>
              </a:rPr>
              <a:t>SAP S4 PMO for MSC Cruises </a:t>
            </a:r>
            <a:r>
              <a:rPr lang="en-US" dirty="0">
                <a:solidFill>
                  <a:srgbClr val="FFFFFF"/>
                </a:solidFill>
              </a:rPr>
              <a:t>| </a:t>
            </a:r>
            <a:r>
              <a:rPr lang="en-US" b="0" dirty="0">
                <a:solidFill>
                  <a:srgbClr val="FFFFFF"/>
                </a:solidFill>
              </a:rPr>
              <a:t>PMO for critical  SAP program, managing SI partners and ensuring program success.</a:t>
            </a:r>
            <a:r>
              <a:rPr lang="en-GB" b="1" dirty="0">
                <a:solidFill>
                  <a:srgbClr val="3699DA"/>
                </a:solidFill>
              </a:rPr>
              <a:t> </a:t>
            </a:r>
          </a:p>
          <a:p>
            <a:pPr defTabSz="591077">
              <a:defRPr/>
            </a:pPr>
            <a:r>
              <a:rPr lang="en-GB" dirty="0">
                <a:solidFill>
                  <a:srgbClr val="3699DA"/>
                </a:solidFill>
                <a:latin typeface="Arial" panose="020B0604020202020204" pitchFamily="34" charset="0"/>
                <a:cs typeface="Arial" panose="020B0604020202020204" pitchFamily="34" charset="0"/>
              </a:rPr>
              <a:t>Head IT finance &amp; Process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CIO advisory related to finance and process maturity, Implemented PMO (Program and Portfolio) across the organization, Managed global budget and defined priority for IT organization, led projects to make the organization more agile.</a:t>
            </a:r>
          </a:p>
          <a:p>
            <a:pPr defTabSz="591077">
              <a:defRPr/>
            </a:pPr>
            <a:r>
              <a:rPr lang="en-GB" dirty="0">
                <a:solidFill>
                  <a:srgbClr val="3699DA"/>
                </a:solidFill>
                <a:latin typeface="Arial" panose="020B0604020202020204" pitchFamily="34" charset="0"/>
                <a:cs typeface="Arial" panose="020B0604020202020204" pitchFamily="34" charset="0"/>
              </a:rPr>
              <a:t>Merger &amp; Acquisition PMO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a:t>
            </a:r>
            <a:r>
              <a:rPr lang="en-GB" dirty="0">
                <a:solidFill>
                  <a:srgbClr val="3699DA"/>
                </a:solidFill>
                <a:latin typeface="Arial" panose="020B0604020202020204" pitchFamily="34" charset="0"/>
                <a:cs typeface="Arial" panose="020B0604020202020204" pitchFamily="34" charset="0"/>
              </a:rPr>
              <a:t> </a:t>
            </a:r>
            <a:r>
              <a:rPr lang="en-GB" b="0" dirty="0">
                <a:solidFill>
                  <a:prstClr val="white"/>
                </a:solidFill>
                <a:latin typeface="Arial" panose="020B0604020202020204" pitchFamily="34" charset="0"/>
                <a:cs typeface="Arial" panose="020B0604020202020204" pitchFamily="34" charset="0"/>
              </a:rPr>
              <a:t>PMO &amp; Program managed two big post-merger IT integrations, delivering on IT synergies targets and laying out transformation paths for Applications, infrastructure, and organization maturity.</a:t>
            </a:r>
          </a:p>
          <a:p>
            <a:pPr defTabSz="591077">
              <a:defRPr/>
            </a:pPr>
            <a:r>
              <a:rPr lang="en-GB" dirty="0">
                <a:solidFill>
                  <a:srgbClr val="3699DA"/>
                </a:solidFill>
                <a:latin typeface="Arial" panose="020B0604020202020204" pitchFamily="34" charset="0"/>
                <a:cs typeface="Arial" panose="020B0604020202020204" pitchFamily="34" charset="0"/>
              </a:rPr>
              <a:t>Digital Transformation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Proposed business case for key organization-level platforms to be implemented. Program manager and product owner for the ServiceNow platform, Contributed toward SuccessFactors, Power BI, ERPs, MicroStrategy, </a:t>
            </a:r>
            <a:r>
              <a:rPr lang="en-GB" b="0" dirty="0" err="1">
                <a:solidFill>
                  <a:prstClr val="white"/>
                </a:solidFill>
                <a:latin typeface="Arial" panose="020B0604020202020204" pitchFamily="34" charset="0"/>
                <a:cs typeface="Arial" panose="020B0604020202020204" pitchFamily="34" charset="0"/>
              </a:rPr>
              <a:t>PoS</a:t>
            </a:r>
            <a:r>
              <a:rPr lang="en-GB" b="0" dirty="0">
                <a:solidFill>
                  <a:prstClr val="white"/>
                </a:solidFill>
                <a:latin typeface="Arial" panose="020B0604020202020204" pitchFamily="34" charset="0"/>
                <a:cs typeface="Arial" panose="020B0604020202020204" pitchFamily="34" charset="0"/>
              </a:rPr>
              <a:t> systems etc to support the digital transformation of the organization </a:t>
            </a:r>
          </a:p>
          <a:p>
            <a:pPr defTabSz="591077">
              <a:defRPr/>
            </a:pPr>
            <a:r>
              <a:rPr lang="en-GB" b="1" dirty="0">
                <a:solidFill>
                  <a:srgbClr val="3699DA"/>
                </a:solidFill>
              </a:rPr>
              <a:t>Supplier portal- CRM for British American Tobacco (BAT)</a:t>
            </a:r>
            <a:r>
              <a:rPr lang="en-US" b="1" dirty="0">
                <a:solidFill>
                  <a:srgbClr val="3699DA"/>
                </a:solidFill>
              </a:rPr>
              <a:t> </a:t>
            </a:r>
            <a:r>
              <a:rPr lang="en-US" dirty="0">
                <a:solidFill>
                  <a:srgbClr val="FFFFFF"/>
                </a:solidFill>
              </a:rPr>
              <a:t>|  </a:t>
            </a:r>
            <a:r>
              <a:rPr lang="de-CH" b="0" dirty="0">
                <a:solidFill>
                  <a:srgbClr val="FFFFFF"/>
                </a:solidFill>
              </a:rPr>
              <a:t>Product owner defining use cases for supplier portal, enabling self-service for suppliers and improving internal procurement and financial team efficiency. Leveraged the ServiceNow platform, and worked with Coupa, Ariba and ERP systems to extract and deliver information to suppliers. </a:t>
            </a:r>
            <a:r>
              <a:rPr lang="de-CH" b="0" dirty="0">
                <a:solidFill>
                  <a:srgbClr val="FFFFFF"/>
                </a:solidFill>
                <a:hlinkClick r:id="rId2"/>
              </a:rPr>
              <a:t>www.batsuppliers.com</a:t>
            </a:r>
            <a:endParaRPr lang="de-CH" b="0" dirty="0">
              <a:solidFill>
                <a:srgbClr val="FFFFFF"/>
              </a:solidFill>
            </a:endParaRPr>
          </a:p>
          <a:p>
            <a:pPr defTabSz="591077">
              <a:defRPr/>
            </a:pPr>
            <a:r>
              <a:rPr lang="en-GB" dirty="0">
                <a:solidFill>
                  <a:srgbClr val="3699DA"/>
                </a:solidFill>
                <a:latin typeface="Arial" panose="020B0604020202020204" pitchFamily="34" charset="0"/>
                <a:cs typeface="Arial" panose="020B0604020202020204" pitchFamily="34" charset="0"/>
              </a:rPr>
              <a:t>ERP Rollout Strategy and  Account Management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Program Managed Oracle implementation for Brazil &amp; Italy, SAP ERP Account management for East European cluster.</a:t>
            </a:r>
          </a:p>
          <a:p>
            <a:pPr defTabSz="591077">
              <a:defRPr/>
            </a:pPr>
            <a:r>
              <a:rPr lang="en-GB" b="1" dirty="0">
                <a:solidFill>
                  <a:srgbClr val="3699DA"/>
                </a:solidFill>
              </a:rPr>
              <a:t>PLM - Johnson Controls</a:t>
            </a:r>
            <a:r>
              <a:rPr lang="en-US" b="1" dirty="0">
                <a:solidFill>
                  <a:srgbClr val="3699DA"/>
                </a:solidFill>
              </a:rPr>
              <a:t> </a:t>
            </a:r>
            <a:r>
              <a:rPr lang="en-US" dirty="0">
                <a:solidFill>
                  <a:srgbClr val="FFFFFF"/>
                </a:solidFill>
              </a:rPr>
              <a:t>|  </a:t>
            </a:r>
            <a:r>
              <a:rPr lang="en-GB" b="0" dirty="0">
                <a:solidFill>
                  <a:srgbClr val="FFFFFF"/>
                </a:solidFill>
              </a:rPr>
              <a:t>As Engineering Director, planned and managed product BOM, FMEA and cost analytics.</a:t>
            </a:r>
            <a:r>
              <a:rPr lang="en-GB" dirty="0">
                <a:solidFill>
                  <a:srgbClr val="3699DA"/>
                </a:solidFill>
                <a:latin typeface="Arial" panose="020B0604020202020204" pitchFamily="34" charset="0"/>
                <a:cs typeface="Arial" panose="020B0604020202020204" pitchFamily="34" charset="0"/>
              </a:rPr>
              <a:t> </a:t>
            </a:r>
          </a:p>
          <a:p>
            <a:pPr defTabSz="591077">
              <a:defRPr/>
            </a:pPr>
            <a:r>
              <a:rPr lang="en-GB" dirty="0">
                <a:solidFill>
                  <a:srgbClr val="3699DA"/>
                </a:solidFill>
                <a:latin typeface="Arial" panose="020B0604020202020204" pitchFamily="34" charset="0"/>
                <a:cs typeface="Arial" panose="020B0604020202020204" pitchFamily="34" charset="0"/>
              </a:rPr>
              <a:t>Setup and managed Centre of Excellence for Johnson controls </a:t>
            </a:r>
            <a:r>
              <a:rPr lang="en-GB" b="0" dirty="0">
                <a:solidFill>
                  <a:prstClr val="white"/>
                </a:solidFill>
                <a:latin typeface="Arial" panose="020B0604020202020204" pitchFamily="34" charset="0"/>
                <a:cs typeface="Arial" panose="020B0604020202020204" pitchFamily="34" charset="0"/>
              </a:rPr>
              <a:t>|  Defined strategy for enabling engineering COE, identified global opportunities to expand and managed COE at Mysore India</a:t>
            </a:r>
          </a:p>
          <a:p>
            <a:pPr defTabSz="591077">
              <a:defRPr/>
            </a:pPr>
            <a:endParaRPr lang="en-US" b="0" dirty="0">
              <a:solidFill>
                <a:srgbClr val="FFFFFF"/>
              </a:solidFill>
            </a:endParaRPr>
          </a:p>
          <a:p>
            <a:pPr defTabSz="591077">
              <a:defRPr/>
            </a:pPr>
            <a:endParaRPr lang="en-GB" b="0" dirty="0">
              <a:solidFill>
                <a:prstClr val="white"/>
              </a:solidFill>
              <a:latin typeface="Arial" panose="020B0604020202020204" pitchFamily="34" charset="0"/>
              <a:cs typeface="Arial" panose="020B0604020202020204" pitchFamily="34" charset="0"/>
            </a:endParaRPr>
          </a:p>
          <a:p>
            <a:pPr marL="0" indent="0">
              <a:buNone/>
            </a:pPr>
            <a:endParaRPr lang="en-US" dirty="0"/>
          </a:p>
        </p:txBody>
      </p:sp>
      <p:sp>
        <p:nvSpPr>
          <p:cNvPr id="7" name="Text Placeholder 6">
            <a:extLst>
              <a:ext uri="{FF2B5EF4-FFF2-40B4-BE49-F238E27FC236}">
                <a16:creationId xmlns:a16="http://schemas.microsoft.com/office/drawing/2014/main" id="{66204B6F-EA13-4295-986C-ED97C5A5BC8E}"/>
              </a:ext>
            </a:extLst>
          </p:cNvPr>
          <p:cNvSpPr>
            <a:spLocks noGrp="1"/>
          </p:cNvSpPr>
          <p:nvPr>
            <p:ph type="body" sz="quarter" idx="15"/>
          </p:nvPr>
        </p:nvSpPr>
        <p:spPr>
          <a:xfrm>
            <a:off x="134680" y="2317848"/>
            <a:ext cx="1842976" cy="1770827"/>
          </a:xfrm>
        </p:spPr>
        <p:txBody>
          <a:bodyPr/>
          <a:lstStyle/>
          <a:p>
            <a:r>
              <a:rPr lang="en-GB" b="0" dirty="0"/>
              <a:t>Mr. Sharma has extensive experience in advisory roles for global business clients. In addition, he has also worked in leadership positions at client organizations engaging consulting firms.</a:t>
            </a:r>
          </a:p>
          <a:p>
            <a:r>
              <a:rPr lang="en-GB" b="0" dirty="0"/>
              <a:t>He has worked </a:t>
            </a:r>
            <a:r>
              <a:rPr lang="en-GB" dirty="0"/>
              <a:t>in Retail, Pharma, and Engineering Services industries </a:t>
            </a:r>
            <a:r>
              <a:rPr lang="en-GB" b="0" dirty="0"/>
              <a:t>across  America, the UK, Europe, and Asia.</a:t>
            </a:r>
          </a:p>
          <a:p>
            <a:r>
              <a:rPr lang="en-GB" b="0" dirty="0"/>
              <a:t>For the past 14 years, he has been based in Switzerland enabling organizations such as Novartis and </a:t>
            </a:r>
            <a:r>
              <a:rPr lang="en-GB" b="0" dirty="0" err="1"/>
              <a:t>Dufry</a:t>
            </a:r>
            <a:r>
              <a:rPr lang="en-GB" b="0" dirty="0"/>
              <a:t> (</a:t>
            </a:r>
            <a:r>
              <a:rPr lang="en-GB" b="0" dirty="0" err="1"/>
              <a:t>Avolta</a:t>
            </a:r>
            <a:r>
              <a:rPr lang="en-GB" b="0" dirty="0"/>
              <a:t>) to achieve the digital transformation strategic goals </a:t>
            </a:r>
          </a:p>
          <a:p>
            <a:r>
              <a:rPr lang="en-GB" b="0" dirty="0"/>
              <a:t>His expertise lies in strategizing, planning, executing, and delivering value from business transformation initiatives </a:t>
            </a:r>
          </a:p>
          <a:p>
            <a:r>
              <a:rPr lang="en-GB" b="0" dirty="0"/>
              <a:t>He speaks English fluently and German (B2 Level)</a:t>
            </a:r>
          </a:p>
          <a:p>
            <a:endParaRPr lang="en-GB" b="0" dirty="0"/>
          </a:p>
          <a:p>
            <a:endParaRPr lang="en-US" dirty="0"/>
          </a:p>
        </p:txBody>
      </p:sp>
      <p:sp>
        <p:nvSpPr>
          <p:cNvPr id="9" name="Text Placeholder 8">
            <a:extLst>
              <a:ext uri="{FF2B5EF4-FFF2-40B4-BE49-F238E27FC236}">
                <a16:creationId xmlns:a16="http://schemas.microsoft.com/office/drawing/2014/main" id="{E6A1DBE2-21D2-4678-A666-D68D4577DCBF}"/>
              </a:ext>
            </a:extLst>
          </p:cNvPr>
          <p:cNvSpPr>
            <a:spLocks noGrp="1"/>
          </p:cNvSpPr>
          <p:nvPr>
            <p:ph type="body" sz="quarter" idx="17"/>
          </p:nvPr>
        </p:nvSpPr>
        <p:spPr>
          <a:xfrm>
            <a:off x="7075352" y="1486407"/>
            <a:ext cx="2053329" cy="3503132"/>
          </a:xfrm>
        </p:spPr>
        <p:txBody>
          <a:bodyPr/>
          <a:lstStyle/>
          <a:p>
            <a:pPr marL="0" indent="0" defTabSz="685783">
              <a:spcBef>
                <a:spcPts val="450"/>
              </a:spcBef>
              <a:spcAft>
                <a:spcPts val="225"/>
              </a:spcAft>
              <a:buNone/>
              <a:defRPr/>
            </a:pPr>
            <a:r>
              <a:rPr lang="en-US" sz="788" b="1" dirty="0">
                <a:latin typeface="Arial" panose="020B0604020202020204" pitchFamily="34" charset="0"/>
                <a:cs typeface="Arial" panose="020B0604020202020204" pitchFamily="34" charset="0"/>
              </a:rPr>
              <a:t>Functional</a:t>
            </a:r>
            <a:endParaRPr lang="en-US"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Influencing business value, leveraging Technology and digital initiatives</a:t>
            </a:r>
          </a:p>
          <a:p>
            <a:pPr marL="137160" indent="-137160" defTabSz="685783">
              <a:defRPr/>
            </a:pPr>
            <a:r>
              <a:rPr lang="en-GB" dirty="0">
                <a:solidFill>
                  <a:prstClr val="white"/>
                </a:solidFill>
                <a:latin typeface="Arial" panose="020B0604020202020204" pitchFamily="34" charset="0"/>
                <a:cs typeface="Arial" panose="020B0604020202020204" pitchFamily="34" charset="0"/>
              </a:rPr>
              <a:t>Value Realization at a global scale</a:t>
            </a:r>
          </a:p>
          <a:p>
            <a:pPr marL="137160" indent="-137160" defTabSz="685783">
              <a:defRPr/>
            </a:pPr>
            <a:r>
              <a:rPr lang="en-GB" dirty="0">
                <a:solidFill>
                  <a:prstClr val="white"/>
                </a:solidFill>
                <a:latin typeface="Arial" panose="020B0604020202020204" pitchFamily="34" charset="0"/>
                <a:cs typeface="Arial" panose="020B0604020202020204" pitchFamily="34" charset="0"/>
              </a:rPr>
              <a:t>Agile Program Management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IT leadership &amp; strategy</a:t>
            </a:r>
          </a:p>
          <a:p>
            <a:pPr marL="137160" indent="-137160" defTabSz="685783">
              <a:defRPr/>
            </a:pPr>
            <a:r>
              <a:rPr lang="en-GB" dirty="0">
                <a:solidFill>
                  <a:prstClr val="white"/>
                </a:solidFill>
                <a:latin typeface="Arial" panose="020B0604020202020204" pitchFamily="34" charset="0"/>
                <a:cs typeface="Arial" panose="020B0604020202020204" pitchFamily="34" charset="0"/>
              </a:rPr>
              <a:t>Making organizations agile and ready for Merger and acquisitions</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Financial planning</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Solution mindset with a customer-first approach.</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CRM, SRM</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Data as asset, insights and  Analytics</a:t>
            </a:r>
            <a:endParaRPr lang="en-GB" sz="788" b="1" dirty="0">
              <a:latin typeface="Arial" panose="020B0604020202020204" pitchFamily="34" charset="0"/>
              <a:cs typeface="Arial" panose="020B0604020202020204" pitchFamily="34" charset="0"/>
            </a:endParaRPr>
          </a:p>
          <a:p>
            <a:pPr marL="0" indent="0" defTabSz="685783">
              <a:spcBef>
                <a:spcPts val="900"/>
              </a:spcBef>
              <a:spcAft>
                <a:spcPts val="225"/>
              </a:spcAft>
              <a:buNone/>
              <a:defRPr/>
            </a:pPr>
            <a:r>
              <a:rPr lang="en-GB" sz="788" b="1" dirty="0">
                <a:latin typeface="Arial" panose="020B0604020202020204" pitchFamily="34" charset="0"/>
                <a:cs typeface="Arial" panose="020B0604020202020204" pitchFamily="34" charset="0"/>
              </a:rPr>
              <a:t>Education &amp; Certification</a:t>
            </a:r>
            <a:endParaRPr lang="en-GB"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Full-time MBA: Copenhagen Business School- Denmark</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Bachelors in Production /Mechanical Engineering, Pune University, India</a:t>
            </a:r>
          </a:p>
          <a:p>
            <a:pPr marL="137160" indent="-137160" defTabSz="685783">
              <a:defRPr/>
            </a:pPr>
            <a:r>
              <a:rPr lang="en-GB" dirty="0">
                <a:solidFill>
                  <a:prstClr val="white"/>
                </a:solidFill>
                <a:latin typeface="Arial" panose="020B0604020202020204" pitchFamily="34" charset="0"/>
                <a:cs typeface="Arial" panose="020B0604020202020204" pitchFamily="34" charset="0"/>
              </a:rPr>
              <a:t>Digital excellence diploma. IMD Lausanne (ongoing)</a:t>
            </a:r>
          </a:p>
          <a:p>
            <a:pPr marL="137160" indent="-137160" defTabSz="685783">
              <a:defRPr/>
            </a:pPr>
            <a:r>
              <a:rPr lang="en-GB" dirty="0">
                <a:solidFill>
                  <a:prstClr val="white"/>
                </a:solidFill>
                <a:latin typeface="Arial" panose="020B0604020202020204" pitchFamily="34" charset="0"/>
                <a:cs typeface="Arial" panose="020B0604020202020204" pitchFamily="34" charset="0"/>
              </a:rPr>
              <a:t>PMP, ITIL, CGEIT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B1 Deutsch Certification</a:t>
            </a: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US" sz="788" b="1" dirty="0">
              <a:latin typeface="Arial" panose="020B0604020202020204" pitchFamily="34" charset="0"/>
              <a:cs typeface="Arial" panose="020B0604020202020204" pitchFamily="34" charset="0"/>
            </a:endParaRPr>
          </a:p>
          <a:p>
            <a:endParaRPr lang="en-US" dirty="0"/>
          </a:p>
        </p:txBody>
      </p:sp>
      <p:sp>
        <p:nvSpPr>
          <p:cNvPr id="6" name="Title 5">
            <a:extLst>
              <a:ext uri="{FF2B5EF4-FFF2-40B4-BE49-F238E27FC236}">
                <a16:creationId xmlns:a16="http://schemas.microsoft.com/office/drawing/2014/main" id="{524DB073-1A8C-4C40-9A13-A1A324DB4B95}"/>
              </a:ext>
            </a:extLst>
          </p:cNvPr>
          <p:cNvSpPr>
            <a:spLocks noGrp="1"/>
          </p:cNvSpPr>
          <p:nvPr>
            <p:ph type="title"/>
          </p:nvPr>
        </p:nvSpPr>
        <p:spPr/>
        <p:txBody>
          <a:bodyPr/>
          <a:lstStyle/>
          <a:p>
            <a:r>
              <a:rPr lang="en-US" b="1" dirty="0">
                <a:latin typeface="+mj-lt"/>
              </a:rPr>
              <a:t>Rajeev Sharma</a:t>
            </a:r>
          </a:p>
        </p:txBody>
      </p:sp>
      <p:pic>
        <p:nvPicPr>
          <p:cNvPr id="13" name="Picture 12">
            <a:extLst>
              <a:ext uri="{FF2B5EF4-FFF2-40B4-BE49-F238E27FC236}">
                <a16:creationId xmlns:a16="http://schemas.microsoft.com/office/drawing/2014/main" id="{756ED5C7-F392-4E96-9F5B-7CA87D71EE9D}"/>
              </a:ext>
            </a:extLst>
          </p:cNvPr>
          <p:cNvPicPr>
            <a:picLocks noChangeAspect="1"/>
          </p:cNvPicPr>
          <p:nvPr/>
        </p:nvPicPr>
        <p:blipFill rotWithShape="1">
          <a:blip r:embed="rId3"/>
          <a:srcRect t="2384" b="13652"/>
          <a:stretch/>
        </p:blipFill>
        <p:spPr>
          <a:xfrm>
            <a:off x="642029" y="1179633"/>
            <a:ext cx="842400" cy="842400"/>
          </a:xfrm>
          <a:prstGeom prst="ellipse">
            <a:avLst/>
          </a:prstGeom>
        </p:spPr>
      </p:pic>
      <p:sp>
        <p:nvSpPr>
          <p:cNvPr id="3" name="Text Placeholder 2">
            <a:extLst>
              <a:ext uri="{FF2B5EF4-FFF2-40B4-BE49-F238E27FC236}">
                <a16:creationId xmlns:a16="http://schemas.microsoft.com/office/drawing/2014/main" id="{492B3FAA-6B3F-4925-9FA4-255508AF5CC6}"/>
              </a:ext>
            </a:extLst>
          </p:cNvPr>
          <p:cNvSpPr>
            <a:spLocks noGrp="1"/>
          </p:cNvSpPr>
          <p:nvPr>
            <p:ph type="body" sz="quarter" idx="13"/>
          </p:nvPr>
        </p:nvSpPr>
        <p:spPr>
          <a:xfrm>
            <a:off x="2411912" y="4916291"/>
            <a:ext cx="4017241" cy="203874"/>
          </a:xfrm>
        </p:spPr>
        <p:txBody>
          <a:bodyPr/>
          <a:lstStyle/>
          <a:p>
            <a:r>
              <a:rPr lang="de-CH" dirty="0"/>
              <a:t>Hobbies: Interested in </a:t>
            </a:r>
            <a:r>
              <a:rPr lang="de-CH"/>
              <a:t>languages , </a:t>
            </a:r>
            <a:r>
              <a:rPr lang="de-CH" dirty="0"/>
              <a:t>Enjoy travel, Motorbiking, and renovation projects</a:t>
            </a:r>
            <a:endParaRPr lang="en-US" dirty="0"/>
          </a:p>
        </p:txBody>
      </p:sp>
    </p:spTree>
    <p:extLst>
      <p:ext uri="{BB962C8B-B14F-4D97-AF65-F5344CB8AC3E}">
        <p14:creationId xmlns:p14="http://schemas.microsoft.com/office/powerpoint/2010/main" val="108001546"/>
      </p:ext>
    </p:extLst>
  </p:cSld>
  <p:clrMapOvr>
    <a:masterClrMapping/>
  </p:clrMapOvr>
</p:sld>
</file>

<file path=ppt/theme/theme1.xml><?xml version="1.0" encoding="utf-8"?>
<a:theme xmlns:a="http://schemas.openxmlformats.org/drawingml/2006/main" name="Main Bio Template">
  <a:themeElements>
    <a:clrScheme name="Infosys_Colors">
      <a:dk1>
        <a:srgbClr val="404040"/>
      </a:dk1>
      <a:lt1>
        <a:srgbClr val="FFFFFF"/>
      </a:lt1>
      <a:dk2>
        <a:srgbClr val="182534"/>
      </a:dk2>
      <a:lt2>
        <a:srgbClr val="FFFFFF"/>
      </a:lt2>
      <a:accent1>
        <a:srgbClr val="007CC3"/>
      </a:accent1>
      <a:accent2>
        <a:srgbClr val="3699DA"/>
      </a:accent2>
      <a:accent3>
        <a:srgbClr val="A7A9AC"/>
      </a:accent3>
      <a:accent4>
        <a:srgbClr val="6D6E71"/>
      </a:accent4>
      <a:accent5>
        <a:srgbClr val="F15A28"/>
      </a:accent5>
      <a:accent6>
        <a:srgbClr val="182534"/>
      </a:accent6>
      <a:hlink>
        <a:srgbClr val="007CC3"/>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tIns="91440" bIns="91440" rtlCol="0">
        <a:noAutofit/>
      </a:bodyPr>
      <a:lstStyle>
        <a:defPPr algn="l">
          <a:defRPr dirty="0" smtClean="0">
            <a:solidFill>
              <a:schemeClr val="bg1"/>
            </a:solidFill>
          </a:defRPr>
        </a:defPPr>
      </a:lstStyle>
    </a:txDef>
  </a:objectDefaults>
  <a:extraClrSchemeLst/>
  <a:extLst>
    <a:ext uri="{05A4C25C-085E-4340-85A3-A5531E510DB2}">
      <thm15:themeFamily xmlns:thm15="http://schemas.microsoft.com/office/thememl/2012/main" name="Infosys_Consulting_Short_Bios_2022.potm" id="{1BFD9F96-C1AF-47AE-AE53-4ED1EC4211F1}" vid="{388BE576-E5B9-436C-9C49-77B1D02C10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11362</TotalTime>
  <Words>510</Words>
  <Application>Microsoft Office PowerPoint</Application>
  <PresentationFormat>On-screen Show (16:9)</PresentationFormat>
  <Paragraphs>35</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Main Bio Template</vt:lpstr>
      <vt:lpstr>Rajeev Sharma</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.T.Y</dc:creator>
  <cp:lastModifiedBy>Rajeev Sharma04</cp:lastModifiedBy>
  <cp:revision>387</cp:revision>
  <dcterms:created xsi:type="dcterms:W3CDTF">2018-01-02T11:15:55Z</dcterms:created>
  <dcterms:modified xsi:type="dcterms:W3CDTF">2024-02-13T16:56:08Z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yash.raina@ad.infosys.com</vt:lpwstr>
  </property>
  <property fmtid="{D5CDD505-2E9C-101B-9397-08002B2CF9AE}" pid="5" name="MSIP_Label_be4b3411-284d-4d31-bd4f-bc13ef7f1fd6_SetDate">
    <vt:lpwstr>2018-10-01T08:54:31.4487319Z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etDate">
    <vt:lpwstr>2022-02-06T11:40:45Z</vt:lpwstr>
  </property>
  <property fmtid="{D5CDD505-2E9C-101B-9397-08002B2CF9AE}" pid="11" name="MSIP_Label_a0819fa7-4367-4500-ba88-dd630d977609_Method">
    <vt:lpwstr>Standard</vt:lpwstr>
  </property>
  <property fmtid="{D5CDD505-2E9C-101B-9397-08002B2CF9AE}" pid="12" name="MSIP_Label_a0819fa7-4367-4500-ba88-dd630d977609_Name">
    <vt:lpwstr>a0819fa7-4367-4500-ba88-dd630d977609</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ContentBits">
    <vt:lpwstr>0</vt:lpwstr>
  </property>
</Properties>
</file>
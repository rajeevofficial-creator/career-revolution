
<file path=[Content_Types].xml><?xml version="1.0" encoding="utf-8"?>
<Types xmlns="http://schemas.openxmlformats.org/package/2006/content-types">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3"/>
  </p:notesMasterIdLst>
  <p:sldIdLst>
    <p:sldId id="2145704463" r:id="rId2"/>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7ECF5"/>
    <a:srgbClr val="007BC3"/>
    <a:srgbClr val="F9376E"/>
    <a:srgbClr val="00FFFF"/>
    <a:srgbClr val="000066"/>
    <a:srgbClr val="FFFF99"/>
    <a:srgbClr val="00FF00"/>
    <a:srgbClr val="FF00FF"/>
    <a:srgbClr val="CC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52" autoAdjust="0"/>
    <p:restoredTop sz="94660"/>
  </p:normalViewPr>
  <p:slideViewPr>
    <p:cSldViewPr snapToGrid="0" showGuides="1">
      <p:cViewPr varScale="1">
        <p:scale>
          <a:sx n="155" d="100"/>
          <a:sy n="155" d="100"/>
        </p:scale>
        <p:origin x="-402" y="-96"/>
      </p:cViewPr>
      <p:guideLst>
        <p:guide orient="horz" pos="1620"/>
        <p:guide pos="2880"/>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9FC7A-1D1E-452D-B695-3CF24F659DBE}" type="datetimeFigureOut">
              <a:rPr lang="en-US" smtClean="0"/>
              <a:pPr/>
              <a:t>9/16/2024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CB5AF-8790-4114-8A98-B0F7F0D006AA}" type="slidenum">
              <a:rPr lang="en-US" smtClean="0"/>
              <a:pPr/>
              <a:t>‹#›</a:t>
            </a:fld>
            <a:endParaRPr lang="en-US"/>
          </a:p>
        </p:txBody>
      </p:sp>
    </p:spTree>
    <p:extLst>
      <p:ext uri="{BB962C8B-B14F-4D97-AF65-F5344CB8AC3E}">
        <p14:creationId xmlns:p14="http://schemas.microsoft.com/office/powerpoint/2010/main" xmlns="" val="823406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ersonal Short Bi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01637D8A-F632-4F5E-98F3-96E95C6E6A3D}"/>
              </a:ext>
            </a:extLst>
          </p:cNvPr>
          <p:cNvSpPr/>
          <p:nvPr userDrawn="1"/>
        </p:nvSpPr>
        <p:spPr>
          <a:xfrm>
            <a:off x="0" y="4722007"/>
            <a:ext cx="2243285" cy="3749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latin typeface="+mj-lt"/>
            </a:endParaRPr>
          </a:p>
        </p:txBody>
      </p:sp>
      <p:sp>
        <p:nvSpPr>
          <p:cNvPr id="3" name="Rectangle 2">
            <a:extLst>
              <a:ext uri="{FF2B5EF4-FFF2-40B4-BE49-F238E27FC236}">
                <a16:creationId xmlns:a16="http://schemas.microsoft.com/office/drawing/2014/main" xmlns="" id="{3BF2AEBA-5530-458A-AA62-03265DDFBAB3}"/>
              </a:ext>
            </a:extLst>
          </p:cNvPr>
          <p:cNvSpPr/>
          <p:nvPr userDrawn="1"/>
        </p:nvSpPr>
        <p:spPr>
          <a:xfrm>
            <a:off x="0" y="1034489"/>
            <a:ext cx="2083176" cy="4114800"/>
          </a:xfrm>
          <a:prstGeom prst="rect">
            <a:avLst/>
          </a:prstGeom>
          <a:solidFill>
            <a:schemeClr val="accent5">
              <a:lumMod val="60000"/>
              <a:lumOff val="4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3699DA"/>
              </a:solidFill>
              <a:effectLst/>
              <a:uLnTx/>
              <a:uFillTx/>
              <a:latin typeface="+mj-lt"/>
              <a:ea typeface="+mn-ea"/>
              <a:cs typeface="+mn-cs"/>
            </a:endParaRPr>
          </a:p>
        </p:txBody>
      </p:sp>
      <p:sp>
        <p:nvSpPr>
          <p:cNvPr id="9" name="TextBox 8">
            <a:extLst>
              <a:ext uri="{FF2B5EF4-FFF2-40B4-BE49-F238E27FC236}">
                <a16:creationId xmlns:a16="http://schemas.microsoft.com/office/drawing/2014/main" xmlns="" id="{C3D85A1D-377F-42A3-9665-A17E85910FCD}"/>
              </a:ext>
            </a:extLst>
          </p:cNvPr>
          <p:cNvSpPr txBox="1"/>
          <p:nvPr userDrawn="1"/>
        </p:nvSpPr>
        <p:spPr>
          <a:xfrm>
            <a:off x="2270798" y="1264255"/>
            <a:ext cx="4800600"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mj-lt"/>
                <a:ea typeface="+mn-ea"/>
                <a:cs typeface="Arial" panose="020B0604020202020204" pitchFamily="34" charset="0"/>
              </a:rPr>
              <a:t>Experience Highlights</a:t>
            </a:r>
            <a:endParaRPr kumimoji="0" lang="en-GB" sz="750" b="1" i="0" u="none" strike="noStrike" kern="1200" cap="none" spc="0" normalizeH="0" baseline="0" noProof="0" dirty="0">
              <a:ln>
                <a:noFill/>
              </a:ln>
              <a:solidFill>
                <a:srgbClr val="FFFFFF"/>
              </a:solidFill>
              <a:effectLst/>
              <a:uLnTx/>
              <a:uFillTx/>
              <a:latin typeface="+mj-lt"/>
              <a:ea typeface="+mn-ea"/>
              <a:cs typeface="Arial" panose="020B0604020202020204" pitchFamily="34" charset="0"/>
            </a:endParaRPr>
          </a:p>
        </p:txBody>
      </p:sp>
      <p:sp>
        <p:nvSpPr>
          <p:cNvPr id="20" name="Text Placeholder 19">
            <a:extLst>
              <a:ext uri="{FF2B5EF4-FFF2-40B4-BE49-F238E27FC236}">
                <a16:creationId xmlns:a16="http://schemas.microsoft.com/office/drawing/2014/main" xmlns="" id="{6493B0FB-D00B-45A9-86D0-5876B70B3A95}"/>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latin typeface="+mj-lt"/>
              </a:defRPr>
            </a:lvl1pPr>
          </a:lstStyle>
          <a:p>
            <a:pPr lvl="0"/>
            <a:r>
              <a:rPr lang="en-US" dirty="0"/>
              <a:t>Click to enter your engagement role or title</a:t>
            </a:r>
          </a:p>
        </p:txBody>
      </p:sp>
      <p:sp>
        <p:nvSpPr>
          <p:cNvPr id="22" name="Experience Highlights 1">
            <a:extLst>
              <a:ext uri="{FF2B5EF4-FFF2-40B4-BE49-F238E27FC236}">
                <a16:creationId xmlns:a16="http://schemas.microsoft.com/office/drawing/2014/main" xmlns="" id="{0241C8E6-11B0-4AE9-9AAC-A5BC92FEB17A}"/>
              </a:ext>
            </a:extLst>
          </p:cNvPr>
          <p:cNvSpPr>
            <a:spLocks noGrp="1"/>
          </p:cNvSpPr>
          <p:nvPr>
            <p:ph type="body" sz="quarter" idx="12" hasCustomPrompt="1"/>
          </p:nvPr>
        </p:nvSpPr>
        <p:spPr>
          <a:xfrm>
            <a:off x="2274752" y="1515435"/>
            <a:ext cx="4800600" cy="3153818"/>
          </a:xfrm>
          <a:prstGeom prst="rect">
            <a:avLst/>
          </a:prstGeom>
        </p:spPr>
        <p:txBody>
          <a:bodyPr lIns="0" tIns="0" rIns="0" bIns="0"/>
          <a:lstStyle>
            <a:lvl1pPr marL="137160" indent="-137160">
              <a:lnSpc>
                <a:spcPct val="120000"/>
              </a:lnSpc>
              <a:spcBef>
                <a:spcPts val="450"/>
              </a:spcBef>
              <a:buFont typeface="Arial" panose="020B0604020202020204" pitchFamily="34" charset="0"/>
              <a:buChar char="•"/>
              <a:defRPr sz="750" b="1">
                <a:solidFill>
                  <a:schemeClr val="bg2"/>
                </a:solidFill>
                <a:latin typeface="+mj-lt"/>
              </a:defRPr>
            </a:lvl1pPr>
          </a:lstStyle>
          <a:p>
            <a:pPr lvl="0"/>
            <a:r>
              <a:rPr lang="en-US" b="0" dirty="0"/>
              <a:t>Enter Position Details Here. Use pipe | to separate “title” and “content” In the short bio template, a macro is available to auto-format this text box.</a:t>
            </a:r>
          </a:p>
        </p:txBody>
      </p:sp>
      <p:sp>
        <p:nvSpPr>
          <p:cNvPr id="35" name="Text Placeholder 33">
            <a:extLst>
              <a:ext uri="{FF2B5EF4-FFF2-40B4-BE49-F238E27FC236}">
                <a16:creationId xmlns:a16="http://schemas.microsoft.com/office/drawing/2014/main" xmlns="" id="{08A8BA82-8024-4D1A-8598-78B911700968}"/>
              </a:ext>
            </a:extLst>
          </p:cNvPr>
          <p:cNvSpPr>
            <a:spLocks noGrp="1"/>
          </p:cNvSpPr>
          <p:nvPr>
            <p:ph type="body" sz="quarter" idx="16" hasCustomPrompt="1"/>
          </p:nvPr>
        </p:nvSpPr>
        <p:spPr>
          <a:xfrm>
            <a:off x="342901" y="2794918"/>
            <a:ext cx="1440656" cy="1842309"/>
          </a:xfrm>
          <a:prstGeom prst="rect">
            <a:avLst/>
          </a:prstGeom>
        </p:spPr>
        <p:txBody>
          <a:bodyPr lIns="0" tIns="0" rIns="0" bIns="0"/>
          <a:lstStyle>
            <a:lvl1pPr marL="0" indent="0">
              <a:lnSpc>
                <a:spcPct val="120000"/>
              </a:lnSpc>
              <a:spcBef>
                <a:spcPts val="0"/>
              </a:spcBef>
              <a:spcAft>
                <a:spcPts val="450"/>
              </a:spcAft>
              <a:buNone/>
              <a:defRPr sz="750" b="0">
                <a:solidFill>
                  <a:schemeClr val="bg2"/>
                </a:solidFill>
                <a:latin typeface="+mj-lt"/>
              </a:defRPr>
            </a:lvl1pPr>
          </a:lstStyle>
          <a:p>
            <a:pPr lvl="0"/>
            <a:r>
              <a:rPr lang="en-US" dirty="0"/>
              <a:t>Add a longer summary,  targeting o ne or two small paragraphs, describing your experience and the problems you solve for your clients</a:t>
            </a:r>
          </a:p>
        </p:txBody>
      </p:sp>
      <p:sp>
        <p:nvSpPr>
          <p:cNvPr id="11" name="TextBox 10">
            <a:extLst>
              <a:ext uri="{FF2B5EF4-FFF2-40B4-BE49-F238E27FC236}">
                <a16:creationId xmlns:a16="http://schemas.microsoft.com/office/drawing/2014/main" xmlns="" id="{0358489B-B423-479B-9E2C-F23F066A509F}"/>
              </a:ext>
            </a:extLst>
          </p:cNvPr>
          <p:cNvSpPr txBox="1"/>
          <p:nvPr userDrawn="1"/>
        </p:nvSpPr>
        <p:spPr>
          <a:xfrm>
            <a:off x="7303714" y="1264255"/>
            <a:ext cx="1591056"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mj-lt"/>
                <a:ea typeface="+mn-ea"/>
                <a:cs typeface="Arial" panose="020B0604020202020204" pitchFamily="34" charset="0"/>
              </a:rPr>
              <a:t>Expertise</a:t>
            </a:r>
            <a:endParaRPr kumimoji="0" lang="en-GB" sz="750" b="1" i="0" u="none" strike="noStrike" kern="1200" cap="none" spc="0" normalizeH="0" baseline="0" noProof="0" dirty="0">
              <a:ln>
                <a:noFill/>
              </a:ln>
              <a:solidFill>
                <a:srgbClr val="FFFFFF"/>
              </a:solidFill>
              <a:effectLst/>
              <a:uLnTx/>
              <a:uFillTx/>
              <a:latin typeface="+mj-lt"/>
              <a:ea typeface="+mn-ea"/>
              <a:cs typeface="Arial" panose="020B0604020202020204" pitchFamily="34" charset="0"/>
            </a:endParaRPr>
          </a:p>
        </p:txBody>
      </p:sp>
      <p:sp>
        <p:nvSpPr>
          <p:cNvPr id="28" name="Text Placeholder 27">
            <a:extLst>
              <a:ext uri="{FF2B5EF4-FFF2-40B4-BE49-F238E27FC236}">
                <a16:creationId xmlns:a16="http://schemas.microsoft.com/office/drawing/2014/main" xmlns="" id="{4D9D8447-0CE7-4166-AF01-0F5C63CECF44}"/>
              </a:ext>
            </a:extLst>
          </p:cNvPr>
          <p:cNvSpPr>
            <a:spLocks noGrp="1"/>
          </p:cNvSpPr>
          <p:nvPr>
            <p:ph type="body" sz="quarter" idx="13" hasCustomPrompt="1"/>
          </p:nvPr>
        </p:nvSpPr>
        <p:spPr>
          <a:xfrm>
            <a:off x="3340894" y="4814693"/>
            <a:ext cx="3871618" cy="141497"/>
          </a:xfrm>
          <a:prstGeom prst="rect">
            <a:avLst/>
          </a:prstGeom>
        </p:spPr>
        <p:txBody>
          <a:bodyPr lIns="0" tIns="0" rIns="0" bIns="0" anchor="ctr" anchorCtr="0"/>
          <a:lstStyle>
            <a:lvl1pPr marL="0" indent="0">
              <a:buNone/>
              <a:defRPr sz="675" i="1">
                <a:solidFill>
                  <a:schemeClr val="bg2"/>
                </a:solidFill>
                <a:latin typeface="+mj-lt"/>
              </a:defRPr>
            </a:lvl1pPr>
          </a:lstStyle>
          <a:p>
            <a:pPr lvl="0"/>
            <a:r>
              <a:rPr lang="en-US" dirty="0"/>
              <a:t>Enter your personal interest and paste / insert a related SVG icon in the small “picture” box to the left</a:t>
            </a:r>
          </a:p>
        </p:txBody>
      </p:sp>
      <p:sp>
        <p:nvSpPr>
          <p:cNvPr id="31" name="Picture Placeholder 30">
            <a:extLst>
              <a:ext uri="{FF2B5EF4-FFF2-40B4-BE49-F238E27FC236}">
                <a16:creationId xmlns:a16="http://schemas.microsoft.com/office/drawing/2014/main" xmlns="" id="{06F769AC-FA73-4DF3-8A9D-1B5B09CC8B21}"/>
              </a:ext>
            </a:extLst>
          </p:cNvPr>
          <p:cNvSpPr>
            <a:spLocks noGrp="1"/>
          </p:cNvSpPr>
          <p:nvPr>
            <p:ph type="pic" sz="quarter" idx="14"/>
          </p:nvPr>
        </p:nvSpPr>
        <p:spPr>
          <a:xfrm>
            <a:off x="2997994" y="4755773"/>
            <a:ext cx="261938" cy="259339"/>
          </a:xfrm>
          <a:prstGeom prst="rect">
            <a:avLst/>
          </a:prstGeom>
        </p:spPr>
        <p:txBody>
          <a:bodyPr/>
          <a:lstStyle>
            <a:lvl1pPr marL="0" indent="0">
              <a:buNone/>
              <a:defRPr sz="600">
                <a:solidFill>
                  <a:schemeClr val="bg1"/>
                </a:solidFill>
                <a:latin typeface="+mj-lt"/>
              </a:defRPr>
            </a:lvl1pPr>
          </a:lstStyle>
          <a:p>
            <a:endParaRPr lang="en-US" dirty="0"/>
          </a:p>
        </p:txBody>
      </p:sp>
      <p:sp>
        <p:nvSpPr>
          <p:cNvPr id="34" name="Text Placeholder 33">
            <a:extLst>
              <a:ext uri="{FF2B5EF4-FFF2-40B4-BE49-F238E27FC236}">
                <a16:creationId xmlns:a16="http://schemas.microsoft.com/office/drawing/2014/main" xmlns="" id="{7D41B29D-7AB7-44C7-8643-DF16EEC401F9}"/>
              </a:ext>
            </a:extLst>
          </p:cNvPr>
          <p:cNvSpPr>
            <a:spLocks noGrp="1"/>
          </p:cNvSpPr>
          <p:nvPr>
            <p:ph type="body" sz="quarter" idx="15" hasCustomPrompt="1"/>
          </p:nvPr>
        </p:nvSpPr>
        <p:spPr>
          <a:xfrm>
            <a:off x="342901" y="2206814"/>
            <a:ext cx="1440656" cy="548640"/>
          </a:xfrm>
          <a:prstGeom prst="rect">
            <a:avLst/>
          </a:prstGeom>
        </p:spPr>
        <p:txBody>
          <a:bodyPr lIns="0" tIns="0" rIns="0" bIns="0"/>
          <a:lstStyle>
            <a:lvl1pPr marL="0" indent="0">
              <a:lnSpc>
                <a:spcPct val="120000"/>
              </a:lnSpc>
              <a:spcBef>
                <a:spcPts val="0"/>
              </a:spcBef>
              <a:spcAft>
                <a:spcPts val="450"/>
              </a:spcAft>
              <a:buNone/>
              <a:defRPr sz="750" b="1">
                <a:solidFill>
                  <a:schemeClr val="bg2"/>
                </a:solidFill>
                <a:latin typeface="+mj-lt"/>
              </a:defRPr>
            </a:lvl1pPr>
          </a:lstStyle>
          <a:p>
            <a:pPr lvl="0"/>
            <a:r>
              <a:rPr lang="en-US" dirty="0"/>
              <a:t>Add a one-sentence summary, targeting about twelve to fifteen words.</a:t>
            </a:r>
          </a:p>
        </p:txBody>
      </p:sp>
      <p:sp>
        <p:nvSpPr>
          <p:cNvPr id="38" name="Text Placeholder 37">
            <a:extLst>
              <a:ext uri="{FF2B5EF4-FFF2-40B4-BE49-F238E27FC236}">
                <a16:creationId xmlns:a16="http://schemas.microsoft.com/office/drawing/2014/main" xmlns="" id="{1D550942-0E8D-4A15-B818-C8AEEF9FDAFF}"/>
              </a:ext>
            </a:extLst>
          </p:cNvPr>
          <p:cNvSpPr>
            <a:spLocks noGrp="1"/>
          </p:cNvSpPr>
          <p:nvPr>
            <p:ph type="body" sz="quarter" idx="17" hasCustomPrompt="1"/>
          </p:nvPr>
        </p:nvSpPr>
        <p:spPr>
          <a:xfrm>
            <a:off x="7303714" y="1515435"/>
            <a:ext cx="1591056" cy="3153818"/>
          </a:xfrm>
          <a:prstGeom prst="rect">
            <a:avLst/>
          </a:prstGeom>
        </p:spPr>
        <p:txBody>
          <a:bodyPr lIns="0" tIns="0" rIns="0" bIns="0"/>
          <a:lstStyle>
            <a:lvl1pPr marL="128588" indent="-128588">
              <a:lnSpc>
                <a:spcPct val="120000"/>
              </a:lnSpc>
              <a:spcBef>
                <a:spcPts val="0"/>
              </a:spcBef>
              <a:buFont typeface="Arial" panose="020B0604020202020204" pitchFamily="34" charset="0"/>
              <a:buChar char="•"/>
              <a:defRPr sz="750">
                <a:solidFill>
                  <a:schemeClr val="bg1"/>
                </a:solidFill>
                <a:latin typeface="+mj-lt"/>
              </a:defRPr>
            </a:lvl1pPr>
          </a:lstStyle>
          <a:p>
            <a:pPr lvl="0"/>
            <a:r>
              <a:rPr lang="en-US"/>
              <a:t>Enter Text here </a:t>
            </a:r>
          </a:p>
        </p:txBody>
      </p:sp>
      <p:sp>
        <p:nvSpPr>
          <p:cNvPr id="17" name="Picture Placeholder 34">
            <a:extLst>
              <a:ext uri="{FF2B5EF4-FFF2-40B4-BE49-F238E27FC236}">
                <a16:creationId xmlns:a16="http://schemas.microsoft.com/office/drawing/2014/main" xmlns="" id="{A7D259D5-7E14-4698-9B09-BBF9D9ABD034}"/>
              </a:ext>
            </a:extLst>
          </p:cNvPr>
          <p:cNvSpPr>
            <a:spLocks noGrp="1"/>
          </p:cNvSpPr>
          <p:nvPr>
            <p:ph type="pic" sz="quarter" idx="19" hasCustomPrompt="1"/>
          </p:nvPr>
        </p:nvSpPr>
        <p:spPr>
          <a:xfrm>
            <a:off x="619820" y="1210674"/>
            <a:ext cx="843534" cy="843534"/>
          </a:xfrm>
          <a:prstGeom prst="ellipse">
            <a:avLst/>
          </a:prstGeom>
          <a:ln>
            <a:solidFill>
              <a:schemeClr val="tx1"/>
            </a:solidFill>
          </a:ln>
        </p:spPr>
        <p:txBody>
          <a:bodyPr lIns="0" tIns="0" rIns="0" bIns="0" anchor="ctr"/>
          <a:lstStyle>
            <a:lvl1pPr marL="0" indent="0" algn="ctr">
              <a:buNone/>
              <a:defRPr sz="825" b="0">
                <a:solidFill>
                  <a:schemeClr val="bg1"/>
                </a:solidFill>
                <a:latin typeface="+mj-lt"/>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xmlns="" id="{31E8D533-8520-4B62-AF0F-9659E5A97E2C}"/>
              </a:ext>
            </a:extLst>
          </p:cNvPr>
          <p:cNvSpPr>
            <a:spLocks noGrp="1"/>
          </p:cNvSpPr>
          <p:nvPr>
            <p:ph type="title"/>
          </p:nvPr>
        </p:nvSpPr>
        <p:spPr/>
        <p:txBody>
          <a:bodyPr/>
          <a:lstStyle>
            <a:lvl1pPr>
              <a:defRPr>
                <a:latin typeface="+mj-lt"/>
              </a:defRPr>
            </a:lvl1pPr>
          </a:lstStyle>
          <a:p>
            <a:r>
              <a:rPr lang="en-US" dirty="0"/>
              <a:t>Click to edit Master title style</a:t>
            </a:r>
          </a:p>
        </p:txBody>
      </p:sp>
      <p:sp>
        <p:nvSpPr>
          <p:cNvPr id="15" name="TextBox 14">
            <a:extLst>
              <a:ext uri="{FF2B5EF4-FFF2-40B4-BE49-F238E27FC236}">
                <a16:creationId xmlns:a16="http://schemas.microsoft.com/office/drawing/2014/main" xmlns="" id="{638C659B-FB00-4E01-AD6E-2946DEF7EF1F}"/>
              </a:ext>
            </a:extLst>
          </p:cNvPr>
          <p:cNvSpPr txBox="1"/>
          <p:nvPr userDrawn="1"/>
        </p:nvSpPr>
        <p:spPr>
          <a:xfrm>
            <a:off x="342901" y="4842066"/>
            <a:ext cx="786032" cy="114124"/>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j-lt"/>
                <a:ea typeface="+mn-ea"/>
                <a:cs typeface="+mn-cs"/>
              </a:rPr>
              <a:pPr/>
              <a:t>‹#›</a:t>
            </a:fld>
            <a:endParaRPr lang="en-US" sz="750" dirty="0">
              <a:solidFill>
                <a:schemeClr val="bg1"/>
              </a:solidFill>
              <a:latin typeface="+mj-lt"/>
            </a:endParaRPr>
          </a:p>
        </p:txBody>
      </p:sp>
    </p:spTree>
    <p:extLst>
      <p:ext uri="{BB962C8B-B14F-4D97-AF65-F5344CB8AC3E}">
        <p14:creationId xmlns:p14="http://schemas.microsoft.com/office/powerpoint/2010/main" xmlns="" val="16609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io Sl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053D2C-478A-4999-B04A-4F2C663A7D23}"/>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xmlns="" id="{7BDB154C-641C-4C20-A66B-B89E341DD8CA}"/>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xmlns="" val="391633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 Bio Engagement Highlight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EF6B520C-78BF-45F3-9D4B-D0B47FE729A6}"/>
              </a:ext>
            </a:extLst>
          </p:cNvPr>
          <p:cNvSpPr>
            <a:spLocks noGrp="1"/>
          </p:cNvSpPr>
          <p:nvPr>
            <p:ph type="body" sz="quarter" idx="20" hasCustomPrompt="1"/>
          </p:nvPr>
        </p:nvSpPr>
        <p:spPr>
          <a:xfrm>
            <a:off x="342900"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13" name="Text Placeholder 2">
            <a:extLst>
              <a:ext uri="{FF2B5EF4-FFF2-40B4-BE49-F238E27FC236}">
                <a16:creationId xmlns:a16="http://schemas.microsoft.com/office/drawing/2014/main" xmlns="" id="{9EB45F52-4755-467F-9AAB-3B780422D81C}"/>
              </a:ext>
            </a:extLst>
          </p:cNvPr>
          <p:cNvSpPr>
            <a:spLocks noGrp="1"/>
          </p:cNvSpPr>
          <p:nvPr>
            <p:ph type="body" sz="quarter" idx="21" hasCustomPrompt="1"/>
          </p:nvPr>
        </p:nvSpPr>
        <p:spPr>
          <a:xfrm>
            <a:off x="4615434"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2" name="Title 1">
            <a:extLst>
              <a:ext uri="{FF2B5EF4-FFF2-40B4-BE49-F238E27FC236}">
                <a16:creationId xmlns:a16="http://schemas.microsoft.com/office/drawing/2014/main" xmlns="" id="{D84E92FE-7086-409D-99AD-EF916E379206}"/>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xmlns="" id="{B5809F5C-B55F-4F89-A905-7FD6D82DCEDF}"/>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xmlns="" val="61499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Bios">
    <p:spTree>
      <p:nvGrpSpPr>
        <p:cNvPr id="1" name=""/>
        <p:cNvGrpSpPr/>
        <p:nvPr/>
      </p:nvGrpSpPr>
      <p:grpSpPr>
        <a:xfrm>
          <a:off x="0" y="0"/>
          <a:ext cx="0" cy="0"/>
          <a:chOff x="0" y="0"/>
          <a:chExt cx="0" cy="0"/>
        </a:xfrm>
      </p:grpSpPr>
      <p:sp>
        <p:nvSpPr>
          <p:cNvPr id="12" name="Picture Placeholder 34">
            <a:extLst>
              <a:ext uri="{FF2B5EF4-FFF2-40B4-BE49-F238E27FC236}">
                <a16:creationId xmlns:a16="http://schemas.microsoft.com/office/drawing/2014/main" xmlns="" id="{4948DE88-7891-4DCF-A2BC-8C3B731498E4}"/>
              </a:ext>
            </a:extLst>
          </p:cNvPr>
          <p:cNvSpPr>
            <a:spLocks noGrp="1"/>
          </p:cNvSpPr>
          <p:nvPr userDrawn="1">
            <p:ph type="pic" sz="quarter" idx="19" hasCustomPrompt="1"/>
          </p:nvPr>
        </p:nvSpPr>
        <p:spPr>
          <a:xfrm>
            <a:off x="342900"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xmlns="" id="{862E92CD-C111-42DC-B63B-AF3F1CD7422C}"/>
              </a:ext>
            </a:extLst>
          </p:cNvPr>
          <p:cNvSpPr>
            <a:spLocks noGrp="1"/>
          </p:cNvSpPr>
          <p:nvPr userDrawn="1">
            <p:ph type="title"/>
          </p:nvPr>
        </p:nvSpPr>
        <p:spPr/>
        <p:txBody>
          <a:bodyPr/>
          <a:lstStyle/>
          <a:p>
            <a:r>
              <a:rPr lang="en-US" dirty="0"/>
              <a:t>Click to edit Master title style</a:t>
            </a:r>
          </a:p>
        </p:txBody>
      </p:sp>
      <p:sp>
        <p:nvSpPr>
          <p:cNvPr id="35" name="Text Placeholder 19">
            <a:extLst>
              <a:ext uri="{FF2B5EF4-FFF2-40B4-BE49-F238E27FC236}">
                <a16:creationId xmlns:a16="http://schemas.microsoft.com/office/drawing/2014/main" xmlns="" id="{95EE449A-B547-4C34-B077-EFF16E833E08}"/>
              </a:ext>
            </a:extLst>
          </p:cNvPr>
          <p:cNvSpPr>
            <a:spLocks noGrp="1"/>
          </p:cNvSpPr>
          <p:nvPr userDrawn="1">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Short description positioning the team to the client</a:t>
            </a:r>
          </a:p>
        </p:txBody>
      </p:sp>
      <p:sp>
        <p:nvSpPr>
          <p:cNvPr id="6" name="Text Placeholder 5">
            <a:extLst>
              <a:ext uri="{FF2B5EF4-FFF2-40B4-BE49-F238E27FC236}">
                <a16:creationId xmlns:a16="http://schemas.microsoft.com/office/drawing/2014/main" xmlns="" id="{65175576-31B9-4D0B-AB7E-1B65AECB8DA2}"/>
              </a:ext>
            </a:extLst>
          </p:cNvPr>
          <p:cNvSpPr>
            <a:spLocks noGrp="1"/>
          </p:cNvSpPr>
          <p:nvPr userDrawn="1">
            <p:ph type="body" sz="quarter" idx="24" hasCustomPrompt="1"/>
          </p:nvPr>
        </p:nvSpPr>
        <p:spPr>
          <a:xfrm>
            <a:off x="342900"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11" name="Text Placeholder 10">
            <a:extLst>
              <a:ext uri="{FF2B5EF4-FFF2-40B4-BE49-F238E27FC236}">
                <a16:creationId xmlns:a16="http://schemas.microsoft.com/office/drawing/2014/main" xmlns="" id="{3066584D-6D34-4243-83EB-334D9982BF86}"/>
              </a:ext>
            </a:extLst>
          </p:cNvPr>
          <p:cNvSpPr>
            <a:spLocks noGrp="1"/>
          </p:cNvSpPr>
          <p:nvPr>
            <p:ph type="body" sz="quarter" idx="25" hasCustomPrompt="1"/>
          </p:nvPr>
        </p:nvSpPr>
        <p:spPr>
          <a:xfrm>
            <a:off x="342900"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14" name="Text Placeholder 13">
            <a:extLst>
              <a:ext uri="{FF2B5EF4-FFF2-40B4-BE49-F238E27FC236}">
                <a16:creationId xmlns:a16="http://schemas.microsoft.com/office/drawing/2014/main" xmlns="" id="{02B33F34-BC78-4343-B1A9-65DAA888F9F5}"/>
              </a:ext>
            </a:extLst>
          </p:cNvPr>
          <p:cNvSpPr>
            <a:spLocks noGrp="1"/>
          </p:cNvSpPr>
          <p:nvPr>
            <p:ph type="body" sz="quarter" idx="26" hasCustomPrompt="1"/>
          </p:nvPr>
        </p:nvSpPr>
        <p:spPr>
          <a:xfrm>
            <a:off x="342900"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3" name="Picture Placeholder 34">
            <a:extLst>
              <a:ext uri="{FF2B5EF4-FFF2-40B4-BE49-F238E27FC236}">
                <a16:creationId xmlns:a16="http://schemas.microsoft.com/office/drawing/2014/main" xmlns="" id="{F04F2D3E-080B-40F5-B944-EC04A92CC3E7}"/>
              </a:ext>
            </a:extLst>
          </p:cNvPr>
          <p:cNvSpPr>
            <a:spLocks noGrp="1"/>
          </p:cNvSpPr>
          <p:nvPr>
            <p:ph type="pic" sz="quarter" idx="28" hasCustomPrompt="1"/>
          </p:nvPr>
        </p:nvSpPr>
        <p:spPr>
          <a:xfrm>
            <a:off x="208483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44" name="Text Placeholder 5">
            <a:extLst>
              <a:ext uri="{FF2B5EF4-FFF2-40B4-BE49-F238E27FC236}">
                <a16:creationId xmlns:a16="http://schemas.microsoft.com/office/drawing/2014/main" xmlns="" id="{95A428BD-B888-4644-965E-D5A1EE1DBE9B}"/>
              </a:ext>
            </a:extLst>
          </p:cNvPr>
          <p:cNvSpPr>
            <a:spLocks noGrp="1"/>
          </p:cNvSpPr>
          <p:nvPr>
            <p:ph type="body" sz="quarter" idx="29" hasCustomPrompt="1"/>
          </p:nvPr>
        </p:nvSpPr>
        <p:spPr>
          <a:xfrm>
            <a:off x="208483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45" name="Text Placeholder 10">
            <a:extLst>
              <a:ext uri="{FF2B5EF4-FFF2-40B4-BE49-F238E27FC236}">
                <a16:creationId xmlns:a16="http://schemas.microsoft.com/office/drawing/2014/main" xmlns="" id="{71EDE006-0231-4F28-94D1-4EB3A6E45346}"/>
              </a:ext>
            </a:extLst>
          </p:cNvPr>
          <p:cNvSpPr>
            <a:spLocks noGrp="1"/>
          </p:cNvSpPr>
          <p:nvPr>
            <p:ph type="body" sz="quarter" idx="30" hasCustomPrompt="1"/>
          </p:nvPr>
        </p:nvSpPr>
        <p:spPr>
          <a:xfrm>
            <a:off x="208483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47" name="Text Placeholder 13">
            <a:extLst>
              <a:ext uri="{FF2B5EF4-FFF2-40B4-BE49-F238E27FC236}">
                <a16:creationId xmlns:a16="http://schemas.microsoft.com/office/drawing/2014/main" xmlns="" id="{D9BAA664-5924-4467-A5F8-0DCCF5247CA7}"/>
              </a:ext>
            </a:extLst>
          </p:cNvPr>
          <p:cNvSpPr>
            <a:spLocks noGrp="1"/>
          </p:cNvSpPr>
          <p:nvPr>
            <p:ph type="body" sz="quarter" idx="31" hasCustomPrompt="1"/>
          </p:nvPr>
        </p:nvSpPr>
        <p:spPr>
          <a:xfrm>
            <a:off x="208483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0" name="Picture Placeholder 34">
            <a:extLst>
              <a:ext uri="{FF2B5EF4-FFF2-40B4-BE49-F238E27FC236}">
                <a16:creationId xmlns:a16="http://schemas.microsoft.com/office/drawing/2014/main" xmlns="" id="{A2D7A7E9-0C2B-4F93-800A-DE715CD5C3B6}"/>
              </a:ext>
            </a:extLst>
          </p:cNvPr>
          <p:cNvSpPr>
            <a:spLocks noGrp="1"/>
          </p:cNvSpPr>
          <p:nvPr>
            <p:ph type="pic" sz="quarter" idx="33" hasCustomPrompt="1"/>
          </p:nvPr>
        </p:nvSpPr>
        <p:spPr>
          <a:xfrm>
            <a:off x="382676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1" name="Text Placeholder 5">
            <a:extLst>
              <a:ext uri="{FF2B5EF4-FFF2-40B4-BE49-F238E27FC236}">
                <a16:creationId xmlns:a16="http://schemas.microsoft.com/office/drawing/2014/main" xmlns="" id="{2F58AF18-B215-4B92-A7AC-6EC2FC680741}"/>
              </a:ext>
            </a:extLst>
          </p:cNvPr>
          <p:cNvSpPr>
            <a:spLocks noGrp="1"/>
          </p:cNvSpPr>
          <p:nvPr>
            <p:ph type="body" sz="quarter" idx="34" hasCustomPrompt="1"/>
          </p:nvPr>
        </p:nvSpPr>
        <p:spPr>
          <a:xfrm>
            <a:off x="382676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2" name="Text Placeholder 10">
            <a:extLst>
              <a:ext uri="{FF2B5EF4-FFF2-40B4-BE49-F238E27FC236}">
                <a16:creationId xmlns:a16="http://schemas.microsoft.com/office/drawing/2014/main" xmlns="" id="{6DC0BAA7-DCE2-4F5E-BD7C-B9E94073D3AE}"/>
              </a:ext>
            </a:extLst>
          </p:cNvPr>
          <p:cNvSpPr>
            <a:spLocks noGrp="1"/>
          </p:cNvSpPr>
          <p:nvPr>
            <p:ph type="body" sz="quarter" idx="35" hasCustomPrompt="1"/>
          </p:nvPr>
        </p:nvSpPr>
        <p:spPr>
          <a:xfrm>
            <a:off x="382676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3" name="Text Placeholder 13">
            <a:extLst>
              <a:ext uri="{FF2B5EF4-FFF2-40B4-BE49-F238E27FC236}">
                <a16:creationId xmlns:a16="http://schemas.microsoft.com/office/drawing/2014/main" xmlns="" id="{F70B2879-36D2-4DDD-959B-8DDF4C1AAE5A}"/>
              </a:ext>
            </a:extLst>
          </p:cNvPr>
          <p:cNvSpPr>
            <a:spLocks noGrp="1"/>
          </p:cNvSpPr>
          <p:nvPr>
            <p:ph type="body" sz="quarter" idx="36" hasCustomPrompt="1"/>
          </p:nvPr>
        </p:nvSpPr>
        <p:spPr>
          <a:xfrm>
            <a:off x="382676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5" name="Picture Placeholder 34">
            <a:extLst>
              <a:ext uri="{FF2B5EF4-FFF2-40B4-BE49-F238E27FC236}">
                <a16:creationId xmlns:a16="http://schemas.microsoft.com/office/drawing/2014/main" xmlns="" id="{39D30350-818B-41A8-89B9-9723DF18C8C3}"/>
              </a:ext>
            </a:extLst>
          </p:cNvPr>
          <p:cNvSpPr>
            <a:spLocks noGrp="1"/>
          </p:cNvSpPr>
          <p:nvPr>
            <p:ph type="pic" sz="quarter" idx="38" hasCustomPrompt="1"/>
          </p:nvPr>
        </p:nvSpPr>
        <p:spPr>
          <a:xfrm>
            <a:off x="556869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6" name="Text Placeholder 5">
            <a:extLst>
              <a:ext uri="{FF2B5EF4-FFF2-40B4-BE49-F238E27FC236}">
                <a16:creationId xmlns:a16="http://schemas.microsoft.com/office/drawing/2014/main" xmlns="" id="{BBF772F8-45C4-4CA5-B476-085151662A77}"/>
              </a:ext>
            </a:extLst>
          </p:cNvPr>
          <p:cNvSpPr>
            <a:spLocks noGrp="1"/>
          </p:cNvSpPr>
          <p:nvPr>
            <p:ph type="body" sz="quarter" idx="39" hasCustomPrompt="1"/>
          </p:nvPr>
        </p:nvSpPr>
        <p:spPr>
          <a:xfrm>
            <a:off x="556869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7" name="Text Placeholder 10">
            <a:extLst>
              <a:ext uri="{FF2B5EF4-FFF2-40B4-BE49-F238E27FC236}">
                <a16:creationId xmlns:a16="http://schemas.microsoft.com/office/drawing/2014/main" xmlns="" id="{E8476712-22C9-40B0-AE0F-FD96F0EBAE18}"/>
              </a:ext>
            </a:extLst>
          </p:cNvPr>
          <p:cNvSpPr>
            <a:spLocks noGrp="1"/>
          </p:cNvSpPr>
          <p:nvPr>
            <p:ph type="body" sz="quarter" idx="40" hasCustomPrompt="1"/>
          </p:nvPr>
        </p:nvSpPr>
        <p:spPr>
          <a:xfrm>
            <a:off x="556869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8" name="Text Placeholder 13">
            <a:extLst>
              <a:ext uri="{FF2B5EF4-FFF2-40B4-BE49-F238E27FC236}">
                <a16:creationId xmlns:a16="http://schemas.microsoft.com/office/drawing/2014/main" xmlns="" id="{A8F77429-D579-49CA-977E-F26614331066}"/>
              </a:ext>
            </a:extLst>
          </p:cNvPr>
          <p:cNvSpPr>
            <a:spLocks noGrp="1"/>
          </p:cNvSpPr>
          <p:nvPr>
            <p:ph type="body" sz="quarter" idx="41" hasCustomPrompt="1"/>
          </p:nvPr>
        </p:nvSpPr>
        <p:spPr>
          <a:xfrm>
            <a:off x="556869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60" name="Picture Placeholder 34">
            <a:extLst>
              <a:ext uri="{FF2B5EF4-FFF2-40B4-BE49-F238E27FC236}">
                <a16:creationId xmlns:a16="http://schemas.microsoft.com/office/drawing/2014/main" xmlns="" id="{5EDA49D8-C03B-4774-A5A9-F60B6563AAED}"/>
              </a:ext>
            </a:extLst>
          </p:cNvPr>
          <p:cNvSpPr>
            <a:spLocks noGrp="1"/>
          </p:cNvSpPr>
          <p:nvPr>
            <p:ph type="pic" sz="quarter" idx="43" hasCustomPrompt="1"/>
          </p:nvPr>
        </p:nvSpPr>
        <p:spPr>
          <a:xfrm>
            <a:off x="731062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61" name="Text Placeholder 5">
            <a:extLst>
              <a:ext uri="{FF2B5EF4-FFF2-40B4-BE49-F238E27FC236}">
                <a16:creationId xmlns:a16="http://schemas.microsoft.com/office/drawing/2014/main" xmlns="" id="{AE8E2361-B5E1-4D58-8618-69869CE25C60}"/>
              </a:ext>
            </a:extLst>
          </p:cNvPr>
          <p:cNvSpPr>
            <a:spLocks noGrp="1"/>
          </p:cNvSpPr>
          <p:nvPr>
            <p:ph type="body" sz="quarter" idx="44" hasCustomPrompt="1"/>
          </p:nvPr>
        </p:nvSpPr>
        <p:spPr>
          <a:xfrm>
            <a:off x="731062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62" name="Text Placeholder 10">
            <a:extLst>
              <a:ext uri="{FF2B5EF4-FFF2-40B4-BE49-F238E27FC236}">
                <a16:creationId xmlns:a16="http://schemas.microsoft.com/office/drawing/2014/main" xmlns="" id="{141EF060-D4AD-49B0-945F-5B73E7143293}"/>
              </a:ext>
            </a:extLst>
          </p:cNvPr>
          <p:cNvSpPr>
            <a:spLocks noGrp="1"/>
          </p:cNvSpPr>
          <p:nvPr>
            <p:ph type="body" sz="quarter" idx="45" hasCustomPrompt="1"/>
          </p:nvPr>
        </p:nvSpPr>
        <p:spPr>
          <a:xfrm>
            <a:off x="731062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63" name="Text Placeholder 13">
            <a:extLst>
              <a:ext uri="{FF2B5EF4-FFF2-40B4-BE49-F238E27FC236}">
                <a16:creationId xmlns:a16="http://schemas.microsoft.com/office/drawing/2014/main" xmlns="" id="{642D5A80-0282-4EB3-A745-492A1F8F436D}"/>
              </a:ext>
            </a:extLst>
          </p:cNvPr>
          <p:cNvSpPr>
            <a:spLocks noGrp="1"/>
          </p:cNvSpPr>
          <p:nvPr>
            <p:ph type="body" sz="quarter" idx="46" hasCustomPrompt="1"/>
          </p:nvPr>
        </p:nvSpPr>
        <p:spPr>
          <a:xfrm>
            <a:off x="731062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 name="Text Placeholder 3">
            <a:extLst>
              <a:ext uri="{FF2B5EF4-FFF2-40B4-BE49-F238E27FC236}">
                <a16:creationId xmlns:a16="http://schemas.microsoft.com/office/drawing/2014/main" xmlns="" id="{BD3A5C71-9D2B-4955-949D-DE381591450F}"/>
              </a:ext>
            </a:extLst>
          </p:cNvPr>
          <p:cNvSpPr>
            <a:spLocks noGrp="1"/>
          </p:cNvSpPr>
          <p:nvPr>
            <p:ph type="body" sz="quarter" idx="48" hasCustomPrompt="1"/>
          </p:nvPr>
        </p:nvSpPr>
        <p:spPr>
          <a:xfrm>
            <a:off x="342900" y="3480684"/>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1" name="Text Placeholder 3">
            <a:extLst>
              <a:ext uri="{FF2B5EF4-FFF2-40B4-BE49-F238E27FC236}">
                <a16:creationId xmlns:a16="http://schemas.microsoft.com/office/drawing/2014/main" xmlns="" id="{18589F0F-1C55-4566-8E67-B36C47D67811}"/>
              </a:ext>
            </a:extLst>
          </p:cNvPr>
          <p:cNvSpPr>
            <a:spLocks noGrp="1"/>
          </p:cNvSpPr>
          <p:nvPr>
            <p:ph type="body" sz="quarter" idx="49" hasCustomPrompt="1"/>
          </p:nvPr>
        </p:nvSpPr>
        <p:spPr>
          <a:xfrm>
            <a:off x="208483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2" name="Text Placeholder 3">
            <a:extLst>
              <a:ext uri="{FF2B5EF4-FFF2-40B4-BE49-F238E27FC236}">
                <a16:creationId xmlns:a16="http://schemas.microsoft.com/office/drawing/2014/main" xmlns="" id="{93A791BA-7F54-4C77-B6F4-DEE907FD64D1}"/>
              </a:ext>
            </a:extLst>
          </p:cNvPr>
          <p:cNvSpPr>
            <a:spLocks noGrp="1"/>
          </p:cNvSpPr>
          <p:nvPr>
            <p:ph type="body" sz="quarter" idx="50" hasCustomPrompt="1"/>
          </p:nvPr>
        </p:nvSpPr>
        <p:spPr>
          <a:xfrm>
            <a:off x="382676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3" name="Text Placeholder 3">
            <a:extLst>
              <a:ext uri="{FF2B5EF4-FFF2-40B4-BE49-F238E27FC236}">
                <a16:creationId xmlns:a16="http://schemas.microsoft.com/office/drawing/2014/main" xmlns="" id="{9ED38693-AD9F-4DC6-935E-BEF849421C87}"/>
              </a:ext>
            </a:extLst>
          </p:cNvPr>
          <p:cNvSpPr>
            <a:spLocks noGrp="1"/>
          </p:cNvSpPr>
          <p:nvPr>
            <p:ph type="body" sz="quarter" idx="51" hasCustomPrompt="1"/>
          </p:nvPr>
        </p:nvSpPr>
        <p:spPr>
          <a:xfrm>
            <a:off x="556869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4" name="Text Placeholder 3">
            <a:extLst>
              <a:ext uri="{FF2B5EF4-FFF2-40B4-BE49-F238E27FC236}">
                <a16:creationId xmlns:a16="http://schemas.microsoft.com/office/drawing/2014/main" xmlns="" id="{24E4446C-8F39-4F99-88EC-E8840F3C9AE5}"/>
              </a:ext>
            </a:extLst>
          </p:cNvPr>
          <p:cNvSpPr>
            <a:spLocks noGrp="1"/>
          </p:cNvSpPr>
          <p:nvPr>
            <p:ph type="body" sz="quarter" idx="52" hasCustomPrompt="1"/>
          </p:nvPr>
        </p:nvSpPr>
        <p:spPr>
          <a:xfrm>
            <a:off x="731062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Tree>
    <p:extLst>
      <p:ext uri="{BB962C8B-B14F-4D97-AF65-F5344CB8AC3E}">
        <p14:creationId xmlns:p14="http://schemas.microsoft.com/office/powerpoint/2010/main" xmlns="" val="34436883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2534"/>
        </a:solidFill>
        <a:effectLst/>
      </p:bgPr>
    </p:bg>
    <p:spTree>
      <p:nvGrpSpPr>
        <p:cNvPr id="1" name=""/>
        <p:cNvGrpSpPr/>
        <p:nvPr/>
      </p:nvGrpSpPr>
      <p:grpSpPr>
        <a:xfrm>
          <a:off x="0" y="0"/>
          <a:ext cx="0" cy="0"/>
          <a:chOff x="0" y="0"/>
          <a:chExt cx="0" cy="0"/>
        </a:xfrm>
      </p:grpSpPr>
      <p:sp>
        <p:nvSpPr>
          <p:cNvPr id="22" name="Title Placeholder 2">
            <a:extLst>
              <a:ext uri="{FF2B5EF4-FFF2-40B4-BE49-F238E27FC236}">
                <a16:creationId xmlns:a16="http://schemas.microsoft.com/office/drawing/2014/main" xmlns="" id="{84317183-2665-4CAC-95AD-A93DD024B75C}"/>
              </a:ext>
            </a:extLst>
          </p:cNvPr>
          <p:cNvSpPr>
            <a:spLocks noGrp="1"/>
          </p:cNvSpPr>
          <p:nvPr>
            <p:ph type="title"/>
          </p:nvPr>
        </p:nvSpPr>
        <p:spPr>
          <a:xfrm>
            <a:off x="342900" y="274320"/>
            <a:ext cx="8455914" cy="260604"/>
          </a:xfrm>
          <a:prstGeom prst="rect">
            <a:avLst/>
          </a:prstGeom>
        </p:spPr>
        <p:txBody>
          <a:bodyPr vert="horz" lIns="0" tIns="0" rIns="0" bIns="0" rtlCol="0" anchor="t" anchorCtr="0">
            <a:noAutofit/>
          </a:bodyPr>
          <a:lstStyle/>
          <a:p>
            <a:r>
              <a:rPr lang="en-US" dirty="0"/>
              <a:t>Click to edit Master title style</a:t>
            </a:r>
          </a:p>
        </p:txBody>
      </p:sp>
      <p:sp>
        <p:nvSpPr>
          <p:cNvPr id="21" name="TextBox 20">
            <a:extLst>
              <a:ext uri="{FF2B5EF4-FFF2-40B4-BE49-F238E27FC236}">
                <a16:creationId xmlns:a16="http://schemas.microsoft.com/office/drawing/2014/main" xmlns="" id="{19AE4484-A4A7-4FF9-A26C-4CF9144DF46B}"/>
              </a:ext>
            </a:extLst>
          </p:cNvPr>
          <p:cNvSpPr txBox="1"/>
          <p:nvPr userDrawn="1"/>
        </p:nvSpPr>
        <p:spPr>
          <a:xfrm>
            <a:off x="342901" y="4842067"/>
            <a:ext cx="2022188" cy="104879"/>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pPr/>
              <a:t>‹#›</a:t>
            </a:fld>
            <a:endParaRPr lang="en-US" sz="750" dirty="0">
              <a:solidFill>
                <a:schemeClr val="bg1"/>
              </a:solidFill>
            </a:endParaRPr>
          </a:p>
        </p:txBody>
      </p:sp>
    </p:spTree>
    <p:extLst>
      <p:ext uri="{BB962C8B-B14F-4D97-AF65-F5344CB8AC3E}">
        <p14:creationId xmlns:p14="http://schemas.microsoft.com/office/powerpoint/2010/main" xmlns="" val="88227965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Lst>
  <p:hf hdr="0" ftr="0" dt="0"/>
  <p:txStyles>
    <p:titleStyle>
      <a:lvl1pPr algn="l" defTabSz="685800" rtl="0" eaLnBrk="1" latinLnBrk="0" hangingPunct="1">
        <a:lnSpc>
          <a:spcPct val="100000"/>
        </a:lnSpc>
        <a:spcBef>
          <a:spcPct val="0"/>
        </a:spcBef>
        <a:buNone/>
        <a:defRPr sz="1800" b="1" kern="1200">
          <a:solidFill>
            <a:schemeClr val="accent2"/>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959614BD-F4C5-465D-856B-9F1862F51619}"/>
              </a:ext>
            </a:extLst>
          </p:cNvPr>
          <p:cNvSpPr>
            <a:spLocks noGrp="1"/>
          </p:cNvSpPr>
          <p:nvPr>
            <p:ph type="body" sz="quarter" idx="12"/>
          </p:nvPr>
        </p:nvSpPr>
        <p:spPr>
          <a:xfrm>
            <a:off x="2130629" y="1486406"/>
            <a:ext cx="4944724" cy="3382773"/>
          </a:xfrm>
        </p:spPr>
        <p:txBody>
          <a:bodyPr/>
          <a:lstStyle/>
          <a:p>
            <a:pPr defTabSz="591077">
              <a:defRPr/>
            </a:pPr>
            <a:r>
              <a:rPr lang="en-GB" dirty="0">
                <a:solidFill>
                  <a:srgbClr val="3699DA"/>
                </a:solidFill>
                <a:latin typeface="Arial" panose="020B0604020202020204" pitchFamily="34" charset="0"/>
                <a:cs typeface="Arial" panose="020B0604020202020204" pitchFamily="34" charset="0"/>
              </a:rPr>
              <a:t>Merger &amp; Acquisition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a:t>
            </a:r>
            <a:r>
              <a:rPr lang="en-GB" dirty="0">
                <a:solidFill>
                  <a:srgbClr val="3699DA"/>
                </a:solidFill>
                <a:latin typeface="Arial" panose="020B0604020202020204" pitchFamily="34" charset="0"/>
                <a:cs typeface="Arial" panose="020B0604020202020204" pitchFamily="34" charset="0"/>
              </a:rPr>
              <a:t> </a:t>
            </a:r>
            <a:r>
              <a:rPr lang="en-GB" b="0" dirty="0">
                <a:solidFill>
                  <a:prstClr val="white"/>
                </a:solidFill>
                <a:latin typeface="Arial" panose="020B0604020202020204" pitchFamily="34" charset="0"/>
                <a:cs typeface="Arial" panose="020B0604020202020204" pitchFamily="34" charset="0"/>
              </a:rPr>
              <a:t>Program managed two big post-merger IT integrations, delivering on IT synergies targets and laying out transformation paths for Applications, infrastructure, and organization maturity.</a:t>
            </a:r>
          </a:p>
          <a:p>
            <a:pPr defTabSz="591077">
              <a:defRPr/>
            </a:pPr>
            <a:r>
              <a:rPr lang="en-GB" dirty="0">
                <a:solidFill>
                  <a:srgbClr val="3699DA"/>
                </a:solidFill>
                <a:latin typeface="Arial" panose="020B0604020202020204" pitchFamily="34" charset="0"/>
                <a:cs typeface="Arial" panose="020B0604020202020204" pitchFamily="34" charset="0"/>
              </a:rPr>
              <a:t>Head IT finance &amp; Process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CIO advisory related to finance and process maturity, Implemented PMO (Program and Portfolio) across the organization, Managed global budget and defined priority for IT organization, led projects to make the organization more agile.</a:t>
            </a:r>
          </a:p>
          <a:p>
            <a:pPr defTabSz="591077">
              <a:defRPr/>
            </a:pPr>
            <a:r>
              <a:rPr lang="en-GB" dirty="0">
                <a:solidFill>
                  <a:srgbClr val="3699DA"/>
                </a:solidFill>
                <a:latin typeface="Arial" panose="020B0604020202020204" pitchFamily="34" charset="0"/>
                <a:cs typeface="Arial" panose="020B0604020202020204" pitchFamily="34" charset="0"/>
              </a:rPr>
              <a:t>Digital Transformation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Proposed business case for key organization-level platforms to be implemented. Program manager and product owner for the ServiceNow platform, Contributed toward SuccessFactors, Power BI, ERPs, MicroStrategy, </a:t>
            </a:r>
            <a:r>
              <a:rPr lang="en-GB" b="0" dirty="0" err="1">
                <a:solidFill>
                  <a:prstClr val="white"/>
                </a:solidFill>
                <a:latin typeface="Arial" panose="020B0604020202020204" pitchFamily="34" charset="0"/>
                <a:cs typeface="Arial" panose="020B0604020202020204" pitchFamily="34" charset="0"/>
              </a:rPr>
              <a:t>PoS</a:t>
            </a:r>
            <a:r>
              <a:rPr lang="en-GB" b="0" dirty="0">
                <a:solidFill>
                  <a:prstClr val="white"/>
                </a:solidFill>
                <a:latin typeface="Arial" panose="020B0604020202020204" pitchFamily="34" charset="0"/>
                <a:cs typeface="Arial" panose="020B0604020202020204" pitchFamily="34" charset="0"/>
              </a:rPr>
              <a:t> systems etc to support the digital transformation of the organization </a:t>
            </a:r>
          </a:p>
          <a:p>
            <a:pPr defTabSz="591077">
              <a:defRPr/>
            </a:pPr>
            <a:r>
              <a:rPr lang="en-GB" b="1" dirty="0">
                <a:solidFill>
                  <a:srgbClr val="3699DA"/>
                </a:solidFill>
              </a:rPr>
              <a:t>Supplier portal- CRM for British American Tobacco (BAT)</a:t>
            </a:r>
            <a:r>
              <a:rPr lang="en-US" b="1" dirty="0">
                <a:solidFill>
                  <a:srgbClr val="3699DA"/>
                </a:solidFill>
              </a:rPr>
              <a:t> </a:t>
            </a:r>
            <a:r>
              <a:rPr lang="en-US" dirty="0">
                <a:solidFill>
                  <a:srgbClr val="FFFFFF"/>
                </a:solidFill>
              </a:rPr>
              <a:t>|  </a:t>
            </a:r>
            <a:r>
              <a:rPr lang="de-CH" b="0" dirty="0">
                <a:solidFill>
                  <a:srgbClr val="FFFFFF"/>
                </a:solidFill>
              </a:rPr>
              <a:t>Product owner defining use cases for supplier portal, enabling self-service for suppliers and improving internal procurement and financial team efficiency. Leveraged the ServiceNow platform, and worked with Coupa, Ariba and ERP systems to extract and deliver information to suppliers. www.batsuppliers.com</a:t>
            </a:r>
          </a:p>
          <a:p>
            <a:pPr defTabSz="591077">
              <a:defRPr/>
            </a:pPr>
            <a:r>
              <a:rPr lang="en-GB" dirty="0">
                <a:solidFill>
                  <a:srgbClr val="3699DA"/>
                </a:solidFill>
                <a:latin typeface="Arial" panose="020B0604020202020204" pitchFamily="34" charset="0"/>
                <a:cs typeface="Arial" panose="020B0604020202020204" pitchFamily="34" charset="0"/>
              </a:rPr>
              <a:t>ERP Rollout Strategy and  Account Management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Program Managed Oracle implementation for Brazil &amp; Italy, SAP ERP Account management for East European cluster.</a:t>
            </a:r>
          </a:p>
          <a:p>
            <a:pPr defTabSz="591077">
              <a:defRPr/>
            </a:pPr>
            <a:r>
              <a:rPr lang="de-CH" b="1" dirty="0">
                <a:solidFill>
                  <a:srgbClr val="3699DA"/>
                </a:solidFill>
              </a:rPr>
              <a:t>SAP S4 PMO for MSC Cruises </a:t>
            </a:r>
            <a:r>
              <a:rPr lang="en-US" dirty="0">
                <a:solidFill>
                  <a:srgbClr val="FFFFFF"/>
                </a:solidFill>
              </a:rPr>
              <a:t>| </a:t>
            </a:r>
            <a:r>
              <a:rPr lang="en-US" b="0" dirty="0">
                <a:solidFill>
                  <a:srgbClr val="FFFFFF"/>
                </a:solidFill>
              </a:rPr>
              <a:t>PMO for critical  SAP program, managing SI partners and ensuring program success.</a:t>
            </a:r>
            <a:r>
              <a:rPr lang="en-GB" b="1" dirty="0">
                <a:solidFill>
                  <a:srgbClr val="3699DA"/>
                </a:solidFill>
              </a:rPr>
              <a:t> </a:t>
            </a:r>
          </a:p>
          <a:p>
            <a:pPr defTabSz="591077">
              <a:defRPr/>
            </a:pPr>
            <a:r>
              <a:rPr lang="en-GB" b="1" dirty="0">
                <a:solidFill>
                  <a:srgbClr val="3699DA"/>
                </a:solidFill>
              </a:rPr>
              <a:t>PLM - Johnson Controls</a:t>
            </a:r>
            <a:r>
              <a:rPr lang="en-US" b="1" dirty="0">
                <a:solidFill>
                  <a:srgbClr val="3699DA"/>
                </a:solidFill>
              </a:rPr>
              <a:t> </a:t>
            </a:r>
            <a:r>
              <a:rPr lang="en-US" dirty="0">
                <a:solidFill>
                  <a:srgbClr val="FFFFFF"/>
                </a:solidFill>
              </a:rPr>
              <a:t>|  </a:t>
            </a:r>
            <a:r>
              <a:rPr lang="en-GB" b="0" dirty="0">
                <a:solidFill>
                  <a:srgbClr val="FFFFFF"/>
                </a:solidFill>
              </a:rPr>
              <a:t>As Engineering Director, planned and managed product BOM, FMEA and </a:t>
            </a:r>
            <a:r>
              <a:rPr lang="en-GB" b="0" dirty="0" err="1">
                <a:solidFill>
                  <a:srgbClr val="FFFFFF"/>
                </a:solidFill>
              </a:rPr>
              <a:t>const</a:t>
            </a:r>
            <a:r>
              <a:rPr lang="en-GB" b="0" dirty="0">
                <a:solidFill>
                  <a:srgbClr val="FFFFFF"/>
                </a:solidFill>
              </a:rPr>
              <a:t> analytics.</a:t>
            </a:r>
            <a:r>
              <a:rPr lang="en-GB" dirty="0">
                <a:solidFill>
                  <a:srgbClr val="3699DA"/>
                </a:solidFill>
                <a:latin typeface="Arial" panose="020B0604020202020204" pitchFamily="34" charset="0"/>
                <a:cs typeface="Arial" panose="020B0604020202020204" pitchFamily="34" charset="0"/>
              </a:rPr>
              <a:t> </a:t>
            </a:r>
          </a:p>
          <a:p>
            <a:pPr defTabSz="591077">
              <a:defRPr/>
            </a:pPr>
            <a:r>
              <a:rPr lang="en-GB" dirty="0">
                <a:solidFill>
                  <a:srgbClr val="3699DA"/>
                </a:solidFill>
                <a:latin typeface="Arial" panose="020B0604020202020204" pitchFamily="34" charset="0"/>
                <a:cs typeface="Arial" panose="020B0604020202020204" pitchFamily="34" charset="0"/>
              </a:rPr>
              <a:t>Setup and managed Centre of Excellence for Johnson controls </a:t>
            </a:r>
            <a:r>
              <a:rPr lang="en-GB" b="0" dirty="0">
                <a:solidFill>
                  <a:prstClr val="white"/>
                </a:solidFill>
                <a:latin typeface="Arial" panose="020B0604020202020204" pitchFamily="34" charset="0"/>
                <a:cs typeface="Arial" panose="020B0604020202020204" pitchFamily="34" charset="0"/>
              </a:rPr>
              <a:t>|  Defined strategy for enabling engineering COE, identified global opportunities to expand and managed COE at Mysore India</a:t>
            </a:r>
          </a:p>
          <a:p>
            <a:pPr defTabSz="591077">
              <a:defRPr/>
            </a:pPr>
            <a:endParaRPr lang="en-US" b="0" dirty="0">
              <a:solidFill>
                <a:srgbClr val="FFFFFF"/>
              </a:solidFill>
            </a:endParaRPr>
          </a:p>
          <a:p>
            <a:pPr defTabSz="591077">
              <a:defRPr/>
            </a:pPr>
            <a:endParaRPr lang="en-GB" b="0" dirty="0">
              <a:solidFill>
                <a:prstClr val="white"/>
              </a:solidFill>
              <a:latin typeface="Arial" panose="020B0604020202020204" pitchFamily="34" charset="0"/>
              <a:cs typeface="Arial" panose="020B0604020202020204" pitchFamily="34" charset="0"/>
            </a:endParaRPr>
          </a:p>
          <a:p>
            <a:pPr marL="0" indent="0">
              <a:buNone/>
            </a:pPr>
            <a:endParaRPr lang="en-US" dirty="0"/>
          </a:p>
        </p:txBody>
      </p:sp>
      <p:sp>
        <p:nvSpPr>
          <p:cNvPr id="7" name="Text Placeholder 6">
            <a:extLst>
              <a:ext uri="{FF2B5EF4-FFF2-40B4-BE49-F238E27FC236}">
                <a16:creationId xmlns:a16="http://schemas.microsoft.com/office/drawing/2014/main" xmlns="" id="{66204B6F-EA13-4295-986C-ED97C5A5BC8E}"/>
              </a:ext>
            </a:extLst>
          </p:cNvPr>
          <p:cNvSpPr>
            <a:spLocks noGrp="1"/>
          </p:cNvSpPr>
          <p:nvPr>
            <p:ph type="body" sz="quarter" idx="15"/>
          </p:nvPr>
        </p:nvSpPr>
        <p:spPr>
          <a:xfrm>
            <a:off x="134680" y="2317848"/>
            <a:ext cx="1842976" cy="2671691"/>
          </a:xfrm>
        </p:spPr>
        <p:txBody>
          <a:bodyPr/>
          <a:lstStyle/>
          <a:p>
            <a:r>
              <a:rPr lang="en-GB" b="0" dirty="0"/>
              <a:t>Mr. Sharma has extensive experience in advisory roles for global business clients. In addition, he has also worked in leadership positions at client organizations engaging consulting firms.</a:t>
            </a:r>
          </a:p>
          <a:p>
            <a:r>
              <a:rPr lang="en-GB" b="0" dirty="0"/>
              <a:t>He has worked </a:t>
            </a:r>
            <a:r>
              <a:rPr lang="en-GB" dirty="0"/>
              <a:t>in Retail, Pharma, and Engineering Services industries </a:t>
            </a:r>
            <a:r>
              <a:rPr lang="en-GB" b="0" dirty="0"/>
              <a:t>across  America, the UK, Europe, and Asia.</a:t>
            </a:r>
          </a:p>
          <a:p>
            <a:r>
              <a:rPr lang="en-GB" b="0" dirty="0"/>
              <a:t>For the past 14 years, he has been based in Switzerland enabling organizations such as Novartis and </a:t>
            </a:r>
            <a:r>
              <a:rPr lang="en-GB" b="0" dirty="0" err="1"/>
              <a:t>Dufry</a:t>
            </a:r>
            <a:r>
              <a:rPr lang="en-GB" b="0" dirty="0"/>
              <a:t> (</a:t>
            </a:r>
            <a:r>
              <a:rPr lang="en-GB" b="0" dirty="0" err="1"/>
              <a:t>Avolta</a:t>
            </a:r>
            <a:r>
              <a:rPr lang="en-GB" b="0" dirty="0"/>
              <a:t>) to achieve the digital transformation strategic goals </a:t>
            </a:r>
          </a:p>
          <a:p>
            <a:r>
              <a:rPr lang="en-GB" b="0" dirty="0"/>
              <a:t>His expertise lies in strategizing, planning, executing, and delivering value from business transformation initiatives </a:t>
            </a:r>
          </a:p>
          <a:p>
            <a:r>
              <a:rPr lang="en-GB" b="0" dirty="0"/>
              <a:t>He speaks English fluently and German (B2 Level)</a:t>
            </a:r>
          </a:p>
          <a:p>
            <a:endParaRPr lang="en-US" dirty="0"/>
          </a:p>
        </p:txBody>
      </p:sp>
      <p:sp>
        <p:nvSpPr>
          <p:cNvPr id="9" name="Text Placeholder 8">
            <a:extLst>
              <a:ext uri="{FF2B5EF4-FFF2-40B4-BE49-F238E27FC236}">
                <a16:creationId xmlns:a16="http://schemas.microsoft.com/office/drawing/2014/main" xmlns="" id="{E6A1DBE2-21D2-4678-A666-D68D4577DCBF}"/>
              </a:ext>
            </a:extLst>
          </p:cNvPr>
          <p:cNvSpPr>
            <a:spLocks noGrp="1"/>
          </p:cNvSpPr>
          <p:nvPr>
            <p:ph type="body" sz="quarter" idx="17"/>
          </p:nvPr>
        </p:nvSpPr>
        <p:spPr>
          <a:xfrm>
            <a:off x="7075352" y="1486407"/>
            <a:ext cx="2053329" cy="3503132"/>
          </a:xfrm>
        </p:spPr>
        <p:txBody>
          <a:bodyPr/>
          <a:lstStyle/>
          <a:p>
            <a:pPr marL="0" indent="0" defTabSz="685783">
              <a:spcBef>
                <a:spcPts val="450"/>
              </a:spcBef>
              <a:spcAft>
                <a:spcPts val="225"/>
              </a:spcAft>
              <a:buNone/>
              <a:defRPr/>
            </a:pPr>
            <a:r>
              <a:rPr lang="en-US" sz="788" b="1" dirty="0">
                <a:latin typeface="Arial" panose="020B0604020202020204" pitchFamily="34" charset="0"/>
                <a:cs typeface="Arial" panose="020B0604020202020204" pitchFamily="34" charset="0"/>
              </a:rPr>
              <a:t>Functional</a:t>
            </a:r>
            <a:endParaRPr lang="en-US"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Influencing business value, leveraging Technology and digital initiatives</a:t>
            </a:r>
          </a:p>
          <a:p>
            <a:pPr marL="137160" indent="-137160" defTabSz="685783">
              <a:defRPr/>
            </a:pPr>
            <a:r>
              <a:rPr lang="en-GB" dirty="0">
                <a:solidFill>
                  <a:prstClr val="white"/>
                </a:solidFill>
                <a:latin typeface="Arial" panose="020B0604020202020204" pitchFamily="34" charset="0"/>
                <a:cs typeface="Arial" panose="020B0604020202020204" pitchFamily="34" charset="0"/>
              </a:rPr>
              <a:t>Value Realization at a global scale</a:t>
            </a:r>
          </a:p>
          <a:p>
            <a:pPr marL="137160" indent="-137160" defTabSz="685783">
              <a:defRPr/>
            </a:pPr>
            <a:r>
              <a:rPr lang="en-GB" dirty="0">
                <a:solidFill>
                  <a:prstClr val="white"/>
                </a:solidFill>
                <a:latin typeface="Arial" panose="020B0604020202020204" pitchFamily="34" charset="0"/>
                <a:cs typeface="Arial" panose="020B0604020202020204" pitchFamily="34" charset="0"/>
              </a:rPr>
              <a:t>Agile Program Management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IT leadership &amp; strategy</a:t>
            </a:r>
          </a:p>
          <a:p>
            <a:pPr marL="137160" indent="-137160" defTabSz="685783">
              <a:defRPr/>
            </a:pPr>
            <a:r>
              <a:rPr lang="en-GB" dirty="0">
                <a:solidFill>
                  <a:prstClr val="white"/>
                </a:solidFill>
                <a:latin typeface="Arial" panose="020B0604020202020204" pitchFamily="34" charset="0"/>
                <a:cs typeface="Arial" panose="020B0604020202020204" pitchFamily="34" charset="0"/>
              </a:rPr>
              <a:t>Making organizations agile and ready for Merger and acquisitions</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Financial planning</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Solution mindset with a customer-first approach.</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CRM, SRM</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Data as asset, insights and  Analytics</a:t>
            </a:r>
            <a:endParaRPr lang="en-GB" sz="788" b="1" dirty="0">
              <a:latin typeface="Arial" panose="020B0604020202020204" pitchFamily="34" charset="0"/>
              <a:cs typeface="Arial" panose="020B0604020202020204" pitchFamily="34" charset="0"/>
            </a:endParaRPr>
          </a:p>
          <a:p>
            <a:pPr marL="0" indent="0" defTabSz="685783">
              <a:spcBef>
                <a:spcPts val="900"/>
              </a:spcBef>
              <a:spcAft>
                <a:spcPts val="225"/>
              </a:spcAft>
              <a:buNone/>
              <a:defRPr/>
            </a:pPr>
            <a:r>
              <a:rPr lang="en-GB" sz="788" b="1" dirty="0">
                <a:latin typeface="Arial" panose="020B0604020202020204" pitchFamily="34" charset="0"/>
                <a:cs typeface="Arial" panose="020B0604020202020204" pitchFamily="34" charset="0"/>
              </a:rPr>
              <a:t>Education &amp; Certification</a:t>
            </a:r>
            <a:endParaRPr lang="en-GB"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Full-time MBA: Copenhagen Business School- Denmark</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Bachelors in Production /Mechanical Engineering, Pune University, India</a:t>
            </a:r>
          </a:p>
          <a:p>
            <a:pPr marL="137160" indent="-137160" defTabSz="685783">
              <a:defRPr/>
            </a:pPr>
            <a:r>
              <a:rPr lang="en-GB" dirty="0">
                <a:solidFill>
                  <a:prstClr val="white"/>
                </a:solidFill>
                <a:latin typeface="Arial" panose="020B0604020202020204" pitchFamily="34" charset="0"/>
                <a:cs typeface="Arial" panose="020B0604020202020204" pitchFamily="34" charset="0"/>
              </a:rPr>
              <a:t>Digital excellence diploma. IMD Lausanne (ongoing)</a:t>
            </a:r>
          </a:p>
          <a:p>
            <a:pPr marL="137160" indent="-137160" defTabSz="685783">
              <a:defRPr/>
            </a:pPr>
            <a:r>
              <a:rPr lang="en-GB" dirty="0">
                <a:solidFill>
                  <a:prstClr val="white"/>
                </a:solidFill>
                <a:latin typeface="Arial" panose="020B0604020202020204" pitchFamily="34" charset="0"/>
                <a:cs typeface="Arial" panose="020B0604020202020204" pitchFamily="34" charset="0"/>
              </a:rPr>
              <a:t>PMP, ITIL, CGEIT</a:t>
            </a:r>
          </a:p>
          <a:p>
            <a:pPr marL="137160" indent="-137160" defTabSz="685783">
              <a:defRPr/>
            </a:pPr>
            <a:r>
              <a:rPr lang="en-GB" dirty="0" smtClean="0">
                <a:solidFill>
                  <a:prstClr val="white"/>
                </a:solidFill>
                <a:latin typeface="Arial" panose="020B0604020202020204" pitchFamily="34" charset="0"/>
                <a:cs typeface="Arial" panose="020B0604020202020204" pitchFamily="34" charset="0"/>
              </a:rPr>
              <a:t>B2 </a:t>
            </a:r>
            <a:r>
              <a:rPr lang="en-GB" dirty="0">
                <a:solidFill>
                  <a:prstClr val="white"/>
                </a:solidFill>
                <a:latin typeface="Arial" panose="020B0604020202020204" pitchFamily="34" charset="0"/>
                <a:cs typeface="Arial" panose="020B0604020202020204" pitchFamily="34" charset="0"/>
              </a:rPr>
              <a:t>Deutsch Certification</a:t>
            </a: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US" sz="788" b="1" dirty="0">
              <a:latin typeface="Arial" panose="020B0604020202020204" pitchFamily="34" charset="0"/>
              <a:cs typeface="Arial" panose="020B0604020202020204" pitchFamily="34" charset="0"/>
            </a:endParaRPr>
          </a:p>
          <a:p>
            <a:endParaRPr lang="en-US" dirty="0"/>
          </a:p>
        </p:txBody>
      </p:sp>
      <p:sp>
        <p:nvSpPr>
          <p:cNvPr id="6" name="Title 5">
            <a:extLst>
              <a:ext uri="{FF2B5EF4-FFF2-40B4-BE49-F238E27FC236}">
                <a16:creationId xmlns:a16="http://schemas.microsoft.com/office/drawing/2014/main" xmlns="" id="{524DB073-1A8C-4C40-9A13-A1A324DB4B95}"/>
              </a:ext>
            </a:extLst>
          </p:cNvPr>
          <p:cNvSpPr>
            <a:spLocks noGrp="1"/>
          </p:cNvSpPr>
          <p:nvPr>
            <p:ph type="title"/>
          </p:nvPr>
        </p:nvSpPr>
        <p:spPr/>
        <p:txBody>
          <a:bodyPr/>
          <a:lstStyle/>
          <a:p>
            <a:r>
              <a:rPr lang="en-US" b="1" dirty="0">
                <a:latin typeface="+mj-lt"/>
              </a:rPr>
              <a:t>Rajeev Sharma</a:t>
            </a:r>
          </a:p>
        </p:txBody>
      </p:sp>
      <p:pic>
        <p:nvPicPr>
          <p:cNvPr id="13" name="Picture 12">
            <a:extLst>
              <a:ext uri="{FF2B5EF4-FFF2-40B4-BE49-F238E27FC236}">
                <a16:creationId xmlns:a16="http://schemas.microsoft.com/office/drawing/2014/main" xmlns="" id="{756ED5C7-F392-4E96-9F5B-7CA87D71EE9D}"/>
              </a:ext>
            </a:extLst>
          </p:cNvPr>
          <p:cNvPicPr>
            <a:picLocks noChangeAspect="1"/>
          </p:cNvPicPr>
          <p:nvPr/>
        </p:nvPicPr>
        <p:blipFill rotWithShape="1">
          <a:blip r:embed="rId2"/>
          <a:srcRect t="2384" b="13652"/>
          <a:stretch/>
        </p:blipFill>
        <p:spPr>
          <a:xfrm>
            <a:off x="642029" y="1179633"/>
            <a:ext cx="842400" cy="842400"/>
          </a:xfrm>
          <a:prstGeom prst="ellipse">
            <a:avLst/>
          </a:prstGeom>
        </p:spPr>
      </p:pic>
      <p:sp>
        <p:nvSpPr>
          <p:cNvPr id="3" name="Text Placeholder 2">
            <a:extLst>
              <a:ext uri="{FF2B5EF4-FFF2-40B4-BE49-F238E27FC236}">
                <a16:creationId xmlns:a16="http://schemas.microsoft.com/office/drawing/2014/main" xmlns="" id="{492B3FAA-6B3F-4925-9FA4-255508AF5CC6}"/>
              </a:ext>
            </a:extLst>
          </p:cNvPr>
          <p:cNvSpPr>
            <a:spLocks noGrp="1"/>
          </p:cNvSpPr>
          <p:nvPr>
            <p:ph type="body" sz="quarter" idx="13"/>
          </p:nvPr>
        </p:nvSpPr>
        <p:spPr>
          <a:xfrm>
            <a:off x="2411912" y="4916291"/>
            <a:ext cx="4017241" cy="203874"/>
          </a:xfrm>
        </p:spPr>
        <p:txBody>
          <a:bodyPr/>
          <a:lstStyle/>
          <a:p>
            <a:r>
              <a:rPr lang="de-CH" dirty="0"/>
              <a:t>Hobbies: Interested in languages, Enjoy travel, Motorbiking, and renovation projects</a:t>
            </a:r>
            <a:endParaRPr lang="en-US" dirty="0"/>
          </a:p>
        </p:txBody>
      </p:sp>
    </p:spTree>
    <p:extLst>
      <p:ext uri="{BB962C8B-B14F-4D97-AF65-F5344CB8AC3E}">
        <p14:creationId xmlns:p14="http://schemas.microsoft.com/office/powerpoint/2010/main" xmlns="" val="108001546"/>
      </p:ext>
    </p:extLst>
  </p:cSld>
  <p:clrMapOvr>
    <a:masterClrMapping/>
  </p:clrMapOvr>
</p:sld>
</file>

<file path=ppt/theme/theme1.xml><?xml version="1.0" encoding="utf-8"?>
<a:theme xmlns:a="http://schemas.openxmlformats.org/drawingml/2006/main" name="Main Bio Template">
  <a:themeElements>
    <a:clrScheme name="Infosys_Colors">
      <a:dk1>
        <a:srgbClr val="404040"/>
      </a:dk1>
      <a:lt1>
        <a:srgbClr val="FFFFFF"/>
      </a:lt1>
      <a:dk2>
        <a:srgbClr val="182534"/>
      </a:dk2>
      <a:lt2>
        <a:srgbClr val="FFFFFF"/>
      </a:lt2>
      <a:accent1>
        <a:srgbClr val="007CC3"/>
      </a:accent1>
      <a:accent2>
        <a:srgbClr val="3699DA"/>
      </a:accent2>
      <a:accent3>
        <a:srgbClr val="A7A9AC"/>
      </a:accent3>
      <a:accent4>
        <a:srgbClr val="6D6E71"/>
      </a:accent4>
      <a:accent5>
        <a:srgbClr val="F15A28"/>
      </a:accent5>
      <a:accent6>
        <a:srgbClr val="182534"/>
      </a:accent6>
      <a:hlink>
        <a:srgbClr val="007CC3"/>
      </a:hlink>
      <a:folHlink>
        <a:srgbClr val="7030A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tIns="91440" bIns="91440" rtlCol="0">
        <a:noAutofit/>
      </a:bodyPr>
      <a:lstStyle>
        <a:defPPr algn="l">
          <a:defRPr dirty="0" smtClean="0">
            <a:solidFill>
              <a:schemeClr val="bg1"/>
            </a:solidFill>
          </a:defRPr>
        </a:defPPr>
      </a:lstStyle>
    </a:txDef>
  </a:objectDefaults>
  <a:extraClrSchemeLst/>
  <a:extLst>
    <a:ext uri="{05A4C25C-085E-4340-85A3-A5531E510DB2}">
      <thm15:themeFamily xmlns:thm15="http://schemas.microsoft.com/office/thememl/2012/main" xmlns="" name="Infosys_Consulting_Short_Bios_2022.potm" id="{1BFD9F96-C1AF-47AE-AE53-4ED1EC4211F1}" vid="{388BE576-E5B9-436C-9C49-77B1D02C10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11367</TotalTime>
  <Words>501</Words>
  <Application>Microsoft Office PowerPoint</Application>
  <PresentationFormat>On-screen Show (16:9)</PresentationFormat>
  <Paragraphs>34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Main Bio Template</vt:lpstr>
      <vt:lpstr>Rajeev Sharma</vt:lpstr>
    </vt:vector>
  </TitlesOfParts>
  <Company>Infosys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Pradeep .T.Y</dc:creator>
  <cp:lastModifiedBy>rajeev</cp:lastModifiedBy>
  <cp:revision>385</cp:revision>
  <dcterms:created xsi:type="dcterms:W3CDTF">2018-01-02T11:15:55Z</dcterms:created>
  <dcterms:modified xsi:type="dcterms:W3CDTF">2024-09-16T18:18:46Z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yash.raina@ad.infosys.com</vt:lpwstr>
  </property>
  <property fmtid="{D5CDD505-2E9C-101B-9397-08002B2CF9AE}" pid="5" name="MSIP_Label_be4b3411-284d-4d31-bd4f-bc13ef7f1fd6_SetDate">
    <vt:lpwstr>2018-10-01T08:54:31.4487319Z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Extended_MSFT_Method">
    <vt:lpwstr>Automatic</vt:lpwstr>
  </property>
  <property fmtid="{D5CDD505-2E9C-101B-9397-08002B2CF9AE}" pid="9" name="MSIP_Label_a0819fa7-4367-4500-ba88-dd630d977609_Enabled">
    <vt:lpwstr>true</vt:lpwstr>
  </property>
  <property fmtid="{D5CDD505-2E9C-101B-9397-08002B2CF9AE}" pid="10" name="MSIP_Label_a0819fa7-4367-4500-ba88-dd630d977609_SetDate">
    <vt:lpwstr>2022-02-06T11:40:45Z</vt:lpwstr>
  </property>
  <property fmtid="{D5CDD505-2E9C-101B-9397-08002B2CF9AE}" pid="11" name="MSIP_Label_a0819fa7-4367-4500-ba88-dd630d977609_Method">
    <vt:lpwstr>Standard</vt:lpwstr>
  </property>
  <property fmtid="{D5CDD505-2E9C-101B-9397-08002B2CF9AE}" pid="12" name="MSIP_Label_a0819fa7-4367-4500-ba88-dd630d977609_Name">
    <vt:lpwstr>a0819fa7-4367-4500-ba88-dd630d977609</vt:lpwstr>
  </property>
  <property fmtid="{D5CDD505-2E9C-101B-9397-08002B2CF9AE}" pid="13" name="MSIP_Label_a0819fa7-4367-4500-ba88-dd630d977609_SiteId">
    <vt:lpwstr>63ce7d59-2f3e-42cd-a8cc-be764cff5eb6</vt:lpwstr>
  </property>
  <property fmtid="{D5CDD505-2E9C-101B-9397-08002B2CF9AE}" pid="14" name="MSIP_Label_a0819fa7-4367-4500-ba88-dd630d977609_ContentBits">
    <vt:lpwstr>0</vt:lpwstr>
  </property>
</Properties>
</file>